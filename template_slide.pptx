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147478850" r:id="rId5"/>
    <p:sldId id="2147478851" r:id="rId6"/>
    <p:sldId id="2147478852" r:id="rId7"/>
    <p:sldId id="2147478853" r:id="rId8"/>
    <p:sldId id="2147478830" r:id="rId9"/>
    <p:sldId id="2147478835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584DCD-DD0E-BC64-638F-240CC0BF1436}" name="IP Yves-Marie" initials="YI" userId="S::yip@sigma.fr::a1619e14-6886-41ca-921a-5c947f2d6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56"/>
    <a:srgbClr val="8BC751"/>
    <a:srgbClr val="FFFFFF"/>
    <a:srgbClr val="637CEF"/>
    <a:srgbClr val="E3008C"/>
    <a:srgbClr val="279FA3"/>
    <a:srgbClr val="EAEEF3"/>
    <a:srgbClr val="C00000"/>
    <a:srgbClr val="00809A"/>
    <a:srgbClr val="F2D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9DAF5A-B643-43EC-9FA7-B20233F451DE}" v="28" dt="2026-06-28T20:45:38.306"/>
    <p1510:client id="{E5D69C23-D8BA-4D1B-8C5F-F678AC1228D3}" v="1" dt="2026-06-29T13:13:37.9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189" autoAdjust="0"/>
  </p:normalViewPr>
  <p:slideViewPr>
    <p:cSldViewPr snapToGrid="0">
      <p:cViewPr varScale="1">
        <p:scale>
          <a:sx n="92" d="100"/>
          <a:sy n="92" d="100"/>
        </p:scale>
        <p:origin x="600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ECKI Léonard" userId="f29644e8-c89e-4636-8512-d50084d68e2d" providerId="ADAL" clId="{481D51FE-A617-40A5-B8C0-F4E503F01039}"/>
    <pc:docChg chg="undo custSel addSld delSld modSld sldOrd">
      <pc:chgData name="RADECKI Léonard" userId="f29644e8-c89e-4636-8512-d50084d68e2d" providerId="ADAL" clId="{481D51FE-A617-40A5-B8C0-F4E503F01039}" dt="2026-06-29T13:13:37.994" v="7345"/>
      <pc:docMkLst>
        <pc:docMk/>
      </pc:docMkLst>
      <pc:sldChg chg="addSp delSp modSp add mod modNotesTx">
        <pc:chgData name="RADECKI Léonard" userId="f29644e8-c89e-4636-8512-d50084d68e2d" providerId="ADAL" clId="{481D51FE-A617-40A5-B8C0-F4E503F01039}" dt="2026-06-28T15:58:10.124" v="7300" actId="20577"/>
        <pc:sldMkLst>
          <pc:docMk/>
          <pc:sldMk cId="2435907369" sldId="2147478830"/>
        </pc:sldMkLst>
        <pc:spChg chg="mod">
          <ac:chgData name="RADECKI Léonard" userId="f29644e8-c89e-4636-8512-d50084d68e2d" providerId="ADAL" clId="{481D51FE-A617-40A5-B8C0-F4E503F01039}" dt="2026-06-28T15:54:26.263" v="7232" actId="20577"/>
          <ac:spMkLst>
            <pc:docMk/>
            <pc:sldMk cId="2435907369" sldId="2147478830"/>
            <ac:spMk id="2" creationId="{F7C514B5-17D3-5E7B-58CE-870C601B104A}"/>
          </ac:spMkLst>
        </pc:spChg>
        <pc:spChg chg="add mod">
          <ac:chgData name="RADECKI Léonard" userId="f29644e8-c89e-4636-8512-d50084d68e2d" providerId="ADAL" clId="{481D51FE-A617-40A5-B8C0-F4E503F01039}" dt="2026-06-28T15:52:36.177" v="7141"/>
          <ac:spMkLst>
            <pc:docMk/>
            <pc:sldMk cId="2435907369" sldId="2147478830"/>
            <ac:spMk id="3" creationId="{3B1FE0DF-88A6-14E8-3864-1C1F822BF79F}"/>
          </ac:spMkLst>
        </pc:spChg>
        <pc:spChg chg="mod">
          <ac:chgData name="RADECKI Léonard" userId="f29644e8-c89e-4636-8512-d50084d68e2d" providerId="ADAL" clId="{481D51FE-A617-40A5-B8C0-F4E503F01039}" dt="2026-06-28T15:58:10.124" v="7300" actId="20577"/>
          <ac:spMkLst>
            <pc:docMk/>
            <pc:sldMk cId="2435907369" sldId="2147478830"/>
            <ac:spMk id="5" creationId="{DED5E51C-AD70-0A21-A8AA-958CFEB2FDE9}"/>
          </ac:spMkLst>
        </pc:spChg>
        <pc:spChg chg="mod">
          <ac:chgData name="RADECKI Léonard" userId="f29644e8-c89e-4636-8512-d50084d68e2d" providerId="ADAL" clId="{481D51FE-A617-40A5-B8C0-F4E503F01039}" dt="2026-06-28T15:54:40.308" v="7250" actId="20577"/>
          <ac:spMkLst>
            <pc:docMk/>
            <pc:sldMk cId="2435907369" sldId="2147478830"/>
            <ac:spMk id="9" creationId="{35A327E2-AE51-66FD-40E2-FBB1FD578F87}"/>
          </ac:spMkLst>
        </pc:spChg>
        <pc:spChg chg="mod">
          <ac:chgData name="RADECKI Léonard" userId="f29644e8-c89e-4636-8512-d50084d68e2d" providerId="ADAL" clId="{481D51FE-A617-40A5-B8C0-F4E503F01039}" dt="2026-06-28T15:54:35.058" v="7243" actId="20577"/>
          <ac:spMkLst>
            <pc:docMk/>
            <pc:sldMk cId="2435907369" sldId="2147478830"/>
            <ac:spMk id="10" creationId="{40617A6E-E5F6-69FD-3C58-19E121CE880B}"/>
          </ac:spMkLst>
        </pc:spChg>
        <pc:spChg chg="mod">
          <ac:chgData name="RADECKI Léonard" userId="f29644e8-c89e-4636-8512-d50084d68e2d" providerId="ADAL" clId="{481D51FE-A617-40A5-B8C0-F4E503F01039}" dt="2026-06-28T15:54:31.883" v="7239" actId="20577"/>
          <ac:spMkLst>
            <pc:docMk/>
            <pc:sldMk cId="2435907369" sldId="2147478830"/>
            <ac:spMk id="11" creationId="{8CE17D05-60E6-8D3F-4823-61D24FEEB2F8}"/>
          </ac:spMkLst>
        </pc:spChg>
        <pc:spChg chg="mod">
          <ac:chgData name="RADECKI Léonard" userId="f29644e8-c89e-4636-8512-d50084d68e2d" providerId="ADAL" clId="{481D51FE-A617-40A5-B8C0-F4E503F01039}" dt="2026-06-28T15:54:37.859" v="7247" actId="20577"/>
          <ac:spMkLst>
            <pc:docMk/>
            <pc:sldMk cId="2435907369" sldId="2147478830"/>
            <ac:spMk id="12" creationId="{437D7329-74D7-C4D1-F52E-FC9D4FAB0FF8}"/>
          </ac:spMkLst>
        </pc:spChg>
        <pc:spChg chg="mod">
          <ac:chgData name="RADECKI Léonard" userId="f29644e8-c89e-4636-8512-d50084d68e2d" providerId="ADAL" clId="{481D51FE-A617-40A5-B8C0-F4E503F01039}" dt="2026-06-28T15:54:23.081" v="7228" actId="20577"/>
          <ac:spMkLst>
            <pc:docMk/>
            <pc:sldMk cId="2435907369" sldId="2147478830"/>
            <ac:spMk id="13" creationId="{8F23420E-9AD9-1A4A-9F76-FF8339380147}"/>
          </ac:spMkLst>
        </pc:spChg>
        <pc:spChg chg="mod">
          <ac:chgData name="RADECKI Léonard" userId="f29644e8-c89e-4636-8512-d50084d68e2d" providerId="ADAL" clId="{481D51FE-A617-40A5-B8C0-F4E503F01039}" dt="2026-06-28T15:54:42.964" v="7254" actId="20577"/>
          <ac:spMkLst>
            <pc:docMk/>
            <pc:sldMk cId="2435907369" sldId="2147478830"/>
            <ac:spMk id="17" creationId="{A4A380C8-16D3-5921-3DC4-FB6CCD3BE434}"/>
          </ac:spMkLst>
        </pc:spChg>
        <pc:spChg chg="mod">
          <ac:chgData name="RADECKI Léonard" userId="f29644e8-c89e-4636-8512-d50084d68e2d" providerId="ADAL" clId="{481D51FE-A617-40A5-B8C0-F4E503F01039}" dt="2026-06-28T15:54:50.672" v="7263" actId="20577"/>
          <ac:spMkLst>
            <pc:docMk/>
            <pc:sldMk cId="2435907369" sldId="2147478830"/>
            <ac:spMk id="18" creationId="{0FF7D02B-6CD5-7385-7E34-0D6CE03E7387}"/>
          </ac:spMkLst>
        </pc:spChg>
        <pc:spChg chg="mod">
          <ac:chgData name="RADECKI Léonard" userId="f29644e8-c89e-4636-8512-d50084d68e2d" providerId="ADAL" clId="{481D51FE-A617-40A5-B8C0-F4E503F01039}" dt="2026-06-28T15:54:46.260" v="7258" actId="20577"/>
          <ac:spMkLst>
            <pc:docMk/>
            <pc:sldMk cId="2435907369" sldId="2147478830"/>
            <ac:spMk id="19" creationId="{00A04CF4-3561-7F61-A335-09EC156B3AB1}"/>
          </ac:spMkLst>
        </pc:spChg>
        <pc:spChg chg="del">
          <ac:chgData name="RADECKI Léonard" userId="f29644e8-c89e-4636-8512-d50084d68e2d" providerId="ADAL" clId="{481D51FE-A617-40A5-B8C0-F4E503F01039}" dt="2026-06-28T15:52:35.653" v="7140" actId="478"/>
          <ac:spMkLst>
            <pc:docMk/>
            <pc:sldMk cId="2435907369" sldId="2147478830"/>
            <ac:spMk id="21" creationId="{6C81E414-2D9A-CD8E-2BF2-0FB916D9F9E7}"/>
          </ac:spMkLst>
        </pc:spChg>
        <pc:spChg chg="mod">
          <ac:chgData name="RADECKI Léonard" userId="f29644e8-c89e-4636-8512-d50084d68e2d" providerId="ADAL" clId="{481D51FE-A617-40A5-B8C0-F4E503F01039}" dt="2026-06-28T15:54:29.080" v="7236" actId="20577"/>
          <ac:spMkLst>
            <pc:docMk/>
            <pc:sldMk cId="2435907369" sldId="2147478830"/>
            <ac:spMk id="22" creationId="{4172B041-E630-2F5B-E413-D1A7139DE30B}"/>
          </ac:spMkLst>
        </pc:spChg>
        <pc:spChg chg="mod">
          <ac:chgData name="RADECKI Léonard" userId="f29644e8-c89e-4636-8512-d50084d68e2d" providerId="ADAL" clId="{481D51FE-A617-40A5-B8C0-F4E503F01039}" dt="2026-06-28T15:54:18.865" v="7222" actId="20577"/>
          <ac:spMkLst>
            <pc:docMk/>
            <pc:sldMk cId="2435907369" sldId="2147478830"/>
            <ac:spMk id="23" creationId="{3BA40B1A-0477-4391-ECA5-3EDD56AD06B7}"/>
          </ac:spMkLst>
        </pc:spChg>
        <pc:spChg chg="mod">
          <ac:chgData name="RADECKI Léonard" userId="f29644e8-c89e-4636-8512-d50084d68e2d" providerId="ADAL" clId="{481D51FE-A617-40A5-B8C0-F4E503F01039}" dt="2026-06-28T15:54:53.174" v="7266" actId="20577"/>
          <ac:spMkLst>
            <pc:docMk/>
            <pc:sldMk cId="2435907369" sldId="2147478830"/>
            <ac:spMk id="24" creationId="{ABF63965-0C7B-C2A5-8BE6-EE34D6D209AA}"/>
          </ac:spMkLst>
        </pc:spChg>
      </pc:sldChg>
      <pc:sldChg chg="addSp delSp modSp add mod">
        <pc:chgData name="RADECKI Léonard" userId="f29644e8-c89e-4636-8512-d50084d68e2d" providerId="ADAL" clId="{481D51FE-A617-40A5-B8C0-F4E503F01039}" dt="2026-06-28T22:38:53.400" v="7334" actId="478"/>
        <pc:sldMkLst>
          <pc:docMk/>
          <pc:sldMk cId="3847002278" sldId="2147478835"/>
        </pc:sldMkLst>
        <pc:spChg chg="del">
          <ac:chgData name="RADECKI Léonard" userId="f29644e8-c89e-4636-8512-d50084d68e2d" providerId="ADAL" clId="{481D51FE-A617-40A5-B8C0-F4E503F01039}" dt="2026-06-28T20:45:37.978" v="7332" actId="478"/>
          <ac:spMkLst>
            <pc:docMk/>
            <pc:sldMk cId="3847002278" sldId="2147478835"/>
            <ac:spMk id="3" creationId="{3C7A4ED2-57AB-5825-A9B5-98F674978C3D}"/>
          </ac:spMkLst>
        </pc:spChg>
        <pc:spChg chg="mod">
          <ac:chgData name="RADECKI Léonard" userId="f29644e8-c89e-4636-8512-d50084d68e2d" providerId="ADAL" clId="{481D51FE-A617-40A5-B8C0-F4E503F01039}" dt="2026-06-28T20:32:25.496" v="7327" actId="20577"/>
          <ac:spMkLst>
            <pc:docMk/>
            <pc:sldMk cId="3847002278" sldId="2147478835"/>
            <ac:spMk id="5" creationId="{4D982B86-B2A1-5859-4E80-309CA843DAF0}"/>
          </ac:spMkLst>
        </pc:spChg>
        <pc:spChg chg="add mod">
          <ac:chgData name="RADECKI Léonard" userId="f29644e8-c89e-4636-8512-d50084d68e2d" providerId="ADAL" clId="{481D51FE-A617-40A5-B8C0-F4E503F01039}" dt="2026-06-28T20:45:38.306" v="7333"/>
          <ac:spMkLst>
            <pc:docMk/>
            <pc:sldMk cId="3847002278" sldId="2147478835"/>
            <ac:spMk id="7" creationId="{FB43BEE7-D34B-0F78-163C-A3C7AD04F0CC}"/>
          </ac:spMkLst>
        </pc:spChg>
        <pc:spChg chg="del">
          <ac:chgData name="RADECKI Léonard" userId="f29644e8-c89e-4636-8512-d50084d68e2d" providerId="ADAL" clId="{481D51FE-A617-40A5-B8C0-F4E503F01039}" dt="2026-06-28T22:38:53.400" v="7334" actId="478"/>
          <ac:spMkLst>
            <pc:docMk/>
            <pc:sldMk cId="3847002278" sldId="2147478835"/>
            <ac:spMk id="9" creationId="{8D527FB0-0AFC-5151-05DA-E731F6C80C5B}"/>
          </ac:spMkLst>
        </pc:spChg>
        <pc:picChg chg="del">
          <ac:chgData name="RADECKI Léonard" userId="f29644e8-c89e-4636-8512-d50084d68e2d" providerId="ADAL" clId="{481D51FE-A617-40A5-B8C0-F4E503F01039}" dt="2026-06-28T20:32:28.162" v="7328" actId="478"/>
          <ac:picMkLst>
            <pc:docMk/>
            <pc:sldMk cId="3847002278" sldId="2147478835"/>
            <ac:picMk id="8" creationId="{95E30D02-4793-35CD-888D-4501FB020BD2}"/>
          </ac:picMkLst>
        </pc:picChg>
        <pc:picChg chg="del">
          <ac:chgData name="RADECKI Léonard" userId="f29644e8-c89e-4636-8512-d50084d68e2d" providerId="ADAL" clId="{481D51FE-A617-40A5-B8C0-F4E503F01039}" dt="2026-06-28T20:32:28.743" v="7329" actId="478"/>
          <ac:picMkLst>
            <pc:docMk/>
            <pc:sldMk cId="3847002278" sldId="2147478835"/>
            <ac:picMk id="11" creationId="{DF2F0781-6A40-602B-97AF-76BE16BCD159}"/>
          </ac:picMkLst>
        </pc:picChg>
        <pc:cxnChg chg="del">
          <ac:chgData name="RADECKI Léonard" userId="f29644e8-c89e-4636-8512-d50084d68e2d" providerId="ADAL" clId="{481D51FE-A617-40A5-B8C0-F4E503F01039}" dt="2026-06-28T20:32:29.358" v="7330" actId="478"/>
          <ac:cxnSpMkLst>
            <pc:docMk/>
            <pc:sldMk cId="3847002278" sldId="2147478835"/>
            <ac:cxnSpMk id="13" creationId="{CC308FF7-AC2A-6289-BF5A-40F46E0BD7D2}"/>
          </ac:cxnSpMkLst>
        </pc:cxnChg>
        <pc:cxnChg chg="del">
          <ac:chgData name="RADECKI Léonard" userId="f29644e8-c89e-4636-8512-d50084d68e2d" providerId="ADAL" clId="{481D51FE-A617-40A5-B8C0-F4E503F01039}" dt="2026-06-28T20:32:29.838" v="7331" actId="478"/>
          <ac:cxnSpMkLst>
            <pc:docMk/>
            <pc:sldMk cId="3847002278" sldId="2147478835"/>
            <ac:cxnSpMk id="16" creationId="{ABBDCE56-04A5-2F84-0367-477D6D8C6E55}"/>
          </ac:cxnSpMkLst>
        </pc:cxnChg>
      </pc:sldChg>
      <pc:sldChg chg="addSp delSp modSp mod ord">
        <pc:chgData name="RADECKI Léonard" userId="f29644e8-c89e-4636-8512-d50084d68e2d" providerId="ADAL" clId="{481D51FE-A617-40A5-B8C0-F4E503F01039}" dt="2026-06-29T13:13:37.994" v="7345"/>
        <pc:sldMkLst>
          <pc:docMk/>
          <pc:sldMk cId="1037336953" sldId="2147478850"/>
        </pc:sldMkLst>
        <pc:spChg chg="add mod">
          <ac:chgData name="RADECKI Léonard" userId="f29644e8-c89e-4636-8512-d50084d68e2d" providerId="ADAL" clId="{481D51FE-A617-40A5-B8C0-F4E503F01039}" dt="2026-06-29T13:13:37.994" v="7345"/>
          <ac:spMkLst>
            <pc:docMk/>
            <pc:sldMk cId="1037336953" sldId="2147478850"/>
            <ac:spMk id="8" creationId="{FE9C22FD-B4F1-40E2-4F77-ECE6FE0467CE}"/>
          </ac:spMkLst>
        </pc:spChg>
        <pc:spChg chg="mod">
          <ac:chgData name="RADECKI Léonard" userId="f29644e8-c89e-4636-8512-d50084d68e2d" providerId="ADAL" clId="{481D51FE-A617-40A5-B8C0-F4E503F01039}" dt="2026-06-16T14:46:03.862" v="7041" actId="20577"/>
          <ac:spMkLst>
            <pc:docMk/>
            <pc:sldMk cId="1037336953" sldId="2147478850"/>
            <ac:spMk id="10" creationId="{70721533-5E4F-1712-C933-CCB3CE07645F}"/>
          </ac:spMkLst>
        </pc:spChg>
        <pc:spChg chg="del mod">
          <ac:chgData name="RADECKI Léonard" userId="f29644e8-c89e-4636-8512-d50084d68e2d" providerId="ADAL" clId="{481D51FE-A617-40A5-B8C0-F4E503F01039}" dt="2026-06-29T13:13:37.617" v="7344" actId="478"/>
          <ac:spMkLst>
            <pc:docMk/>
            <pc:sldMk cId="1037336953" sldId="2147478850"/>
            <ac:spMk id="12" creationId="{685920FA-2EA4-8C0E-3D72-9A3C2AB23EA8}"/>
          </ac:spMkLst>
        </pc:spChg>
        <pc:spChg chg="mod">
          <ac:chgData name="RADECKI Léonard" userId="f29644e8-c89e-4636-8512-d50084d68e2d" providerId="ADAL" clId="{481D51FE-A617-40A5-B8C0-F4E503F01039}" dt="2026-06-23T07:14:10.258" v="7136" actId="164"/>
          <ac:spMkLst>
            <pc:docMk/>
            <pc:sldMk cId="1037336953" sldId="2147478850"/>
            <ac:spMk id="18" creationId="{36CDF58D-7160-F483-BEC3-3BFC8FF627A2}"/>
          </ac:spMkLst>
        </pc:spChg>
        <pc:spChg chg="mod">
          <ac:chgData name="RADECKI Léonard" userId="f29644e8-c89e-4636-8512-d50084d68e2d" providerId="ADAL" clId="{481D51FE-A617-40A5-B8C0-F4E503F01039}" dt="2026-06-23T07:14:10.258" v="7136" actId="164"/>
          <ac:spMkLst>
            <pc:docMk/>
            <pc:sldMk cId="1037336953" sldId="2147478850"/>
            <ac:spMk id="20" creationId="{7092F003-1DC8-FE03-6977-2D1335161F41}"/>
          </ac:spMkLst>
        </pc:spChg>
        <pc:grpChg chg="add mod">
          <ac:chgData name="RADECKI Léonard" userId="f29644e8-c89e-4636-8512-d50084d68e2d" providerId="ADAL" clId="{481D51FE-A617-40A5-B8C0-F4E503F01039}" dt="2026-06-23T07:14:13.928" v="7138" actId="1076"/>
          <ac:grpSpMkLst>
            <pc:docMk/>
            <pc:sldMk cId="1037336953" sldId="2147478850"/>
            <ac:grpSpMk id="3" creationId="{BB68AB18-49DE-E44F-257D-DBCAF8EB7AF5}"/>
          </ac:grpSpMkLst>
        </pc:grpChg>
        <pc:grpChg chg="mod">
          <ac:chgData name="RADECKI Léonard" userId="f29644e8-c89e-4636-8512-d50084d68e2d" providerId="ADAL" clId="{481D51FE-A617-40A5-B8C0-F4E503F01039}" dt="2026-06-23T07:14:10.258" v="7136" actId="164"/>
          <ac:grpSpMkLst>
            <pc:docMk/>
            <pc:sldMk cId="1037336953" sldId="2147478850"/>
            <ac:grpSpMk id="21" creationId="{07A0B8D1-B504-39F0-8B6F-54C9877C1534}"/>
          </ac:grpSpMkLst>
        </pc:grpChg>
        <pc:picChg chg="mod">
          <ac:chgData name="RADECKI Léonard" userId="f29644e8-c89e-4636-8512-d50084d68e2d" providerId="ADAL" clId="{481D51FE-A617-40A5-B8C0-F4E503F01039}" dt="2026-06-23T07:14:10.258" v="7136" actId="164"/>
          <ac:picMkLst>
            <pc:docMk/>
            <pc:sldMk cId="1037336953" sldId="2147478850"/>
            <ac:picMk id="15" creationId="{6F64D85A-A58F-1382-00F7-7A39BE77C09E}"/>
          </ac:picMkLst>
        </pc:picChg>
        <pc:picChg chg="mod">
          <ac:chgData name="RADECKI Léonard" userId="f29644e8-c89e-4636-8512-d50084d68e2d" providerId="ADAL" clId="{481D51FE-A617-40A5-B8C0-F4E503F01039}" dt="2026-06-23T07:14:10.258" v="7136" actId="164"/>
          <ac:picMkLst>
            <pc:docMk/>
            <pc:sldMk cId="1037336953" sldId="2147478850"/>
            <ac:picMk id="16" creationId="{E2FFE398-3DB3-4249-C449-1340AF28B42A}"/>
          </ac:picMkLst>
        </pc:picChg>
      </pc:sldChg>
      <pc:sldChg chg="modSp new mod">
        <pc:chgData name="RADECKI Léonard" userId="f29644e8-c89e-4636-8512-d50084d68e2d" providerId="ADAL" clId="{481D51FE-A617-40A5-B8C0-F4E503F01039}" dt="2026-06-22T08:32:39.400" v="7079" actId="20577"/>
        <pc:sldMkLst>
          <pc:docMk/>
          <pc:sldMk cId="324200100" sldId="2147478851"/>
        </pc:sldMkLst>
        <pc:spChg chg="mod">
          <ac:chgData name="RADECKI Léonard" userId="f29644e8-c89e-4636-8512-d50084d68e2d" providerId="ADAL" clId="{481D51FE-A617-40A5-B8C0-F4E503F01039}" dt="2026-06-22T08:32:39.400" v="7079" actId="20577"/>
          <ac:spMkLst>
            <pc:docMk/>
            <pc:sldMk cId="324200100" sldId="2147478851"/>
            <ac:spMk id="3" creationId="{26488C8E-F99C-2D48-31C7-2525C9154F19}"/>
          </ac:spMkLst>
        </pc:spChg>
      </pc:sldChg>
      <pc:sldChg chg="modSp new mod">
        <pc:chgData name="RADECKI Léonard" userId="f29644e8-c89e-4636-8512-d50084d68e2d" providerId="ADAL" clId="{481D51FE-A617-40A5-B8C0-F4E503F01039}" dt="2026-06-22T09:45:47.106" v="7109" actId="20577"/>
        <pc:sldMkLst>
          <pc:docMk/>
          <pc:sldMk cId="4001520118" sldId="2147478852"/>
        </pc:sldMkLst>
        <pc:spChg chg="mod">
          <ac:chgData name="RADECKI Léonard" userId="f29644e8-c89e-4636-8512-d50084d68e2d" providerId="ADAL" clId="{481D51FE-A617-40A5-B8C0-F4E503F01039}" dt="2026-06-22T09:45:47.106" v="7109" actId="20577"/>
          <ac:spMkLst>
            <pc:docMk/>
            <pc:sldMk cId="4001520118" sldId="2147478852"/>
            <ac:spMk id="3" creationId="{7A7EF75A-8F7A-DAD2-1C44-10810D779FB5}"/>
          </ac:spMkLst>
        </pc:spChg>
      </pc:sldChg>
      <pc:sldChg chg="modSp new mod">
        <pc:chgData name="RADECKI Léonard" userId="f29644e8-c89e-4636-8512-d50084d68e2d" providerId="ADAL" clId="{481D51FE-A617-40A5-B8C0-F4E503F01039}" dt="2026-06-22T21:07:45.872" v="7135" actId="20577"/>
        <pc:sldMkLst>
          <pc:docMk/>
          <pc:sldMk cId="2077699307" sldId="2147478853"/>
        </pc:sldMkLst>
        <pc:spChg chg="mod">
          <ac:chgData name="RADECKI Léonard" userId="f29644e8-c89e-4636-8512-d50084d68e2d" providerId="ADAL" clId="{481D51FE-A617-40A5-B8C0-F4E503F01039}" dt="2026-06-22T21:07:45.872" v="7135" actId="20577"/>
          <ac:spMkLst>
            <pc:docMk/>
            <pc:sldMk cId="2077699307" sldId="2147478853"/>
            <ac:spMk id="3" creationId="{65383F05-9DBF-A74B-B47E-FA88C6892DC5}"/>
          </ac:spMkLst>
        </pc:spChg>
      </pc:sldChg>
    </pc:docChg>
  </pc:docChgLst>
  <pc:docChgLst>
    <pc:chgData name="GUITTON Marceau" userId="431b00e7-2bde-4f93-bc95-ed2f7df7582d" providerId="ADAL" clId="{EB942D0C-2F24-47EE-A0E0-274DFB167F6F}"/>
    <pc:docChg chg="undo redo custSel addSld delSld modSld sldOrd modMainMaster">
      <pc:chgData name="GUITTON Marceau" userId="431b00e7-2bde-4f93-bc95-ed2f7df7582d" providerId="ADAL" clId="{EB942D0C-2F24-47EE-A0E0-274DFB167F6F}" dt="2026-06-01T08:25:04.691" v="13671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26C31A6-6F81-BBE2-8A48-03DF7A6DFD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2922D1-8965-E928-F154-3CD408CFD2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98B18-1FC9-4CA0-A7D6-81F47BD37093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171A07-9DAF-3EC6-0286-464DF59230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A62B7E-FEA1-84E3-CB4E-B318B9857C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5378B-C51C-4266-9A0D-0EDE21A319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3245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A201B-1923-41C6-9CFC-D952B314DDF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62E08-07A8-41F2-BC05-2A07CCB032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6074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#hom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ortal.azure.com/#resource/subscriptions/a20c59c5-48c7-4fab-b656-d927de10eed7/resourcegroups/rgr-prd-sentinel/providers/microsoft.securityinsightsarg/sentinel/law-prd-mssp-sentinel-6ee547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2B32-F977-AADA-A5A6-67C5043F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FEA592-C17A-6F07-4213-253CB7265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F10E6E-1244-5BB9-D709-C605A37B3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AE5A86-5E79-6F79-DE1E-CBABD7C63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62E08-07A8-41F2-BC05-2A07CCB032C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44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65AE-FD98-6CE5-E663-EDE16257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B43CFD-FC63-B626-8A9A-D8CB5A4D3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30D4B1-02A4-1714-7117-D0367D5A9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E691CA-A0D4-B7AF-6474-DC3891AEC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62E08-07A8-41F2-BC05-2A07CCB032C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91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44FF-92D9-F773-B258-CF328E2E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AC553CE-D242-87C2-D8A3-162255527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592D8BF-5489-5170-3584-D8C604EC9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Préparation du COSEC MS : </a:t>
            </a:r>
            <a:r>
              <a:rPr lang="fr-FR">
                <a:hlinkClick r:id="rId3"/>
              </a:rPr>
              <a:t>Accueil - Microsoft Azure</a:t>
            </a:r>
            <a:r>
              <a:rPr lang="fr-FR"/>
              <a:t> – Microsoft Sentinel – Workspace </a:t>
            </a:r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law-prd-mssp-sentinel-6ee547</a:t>
            </a:r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fr-FR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Workbooks</a:t>
            </a:r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(Classeurs) - 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Sentinel </a:t>
            </a:r>
            <a:r>
              <a:rPr lang="fr-F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law-prd-mssp-sentinel-6ee547 </a:t>
            </a:r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Afficher le classeur enregistré</a:t>
            </a:r>
            <a:b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Filtres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TimeRange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(Dernier 30 jours) – Workspace (en fonction du COSEC)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A12A83-3308-A57F-7BB4-A0BA0F068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62E08-07A8-41F2-BC05-2A07CCB032C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44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028E8FA-CD1E-EE4A-C7D5-DD7D9484A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352" y="1135188"/>
            <a:ext cx="12782698" cy="914400"/>
          </a:xfrm>
          <a:prstGeom prst="rect">
            <a:avLst/>
          </a:prstGeom>
        </p:spPr>
        <p:txBody>
          <a:bodyPr/>
          <a:lstStyle>
            <a:lvl1pPr>
              <a:defRPr sz="3300" spc="-360" baseline="0">
                <a:solidFill>
                  <a:srgbClr val="003D5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B1D8F60-DB59-2EBC-5BA9-333BA2EC16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0352" y="256666"/>
            <a:ext cx="15449698" cy="914400"/>
          </a:xfrm>
          <a:prstGeom prst="rect">
            <a:avLst/>
          </a:prstGeom>
        </p:spPr>
        <p:txBody>
          <a:bodyPr/>
          <a:lstStyle>
            <a:lvl1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1pPr>
            <a:lvl2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2pPr>
            <a:lvl3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3pPr>
            <a:lvl4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4pPr>
            <a:lvl5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endParaRPr lang="fr-FR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7633B474-5EAC-BAE8-CEA2-AB85A252B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144" y="138767"/>
            <a:ext cx="546462" cy="5685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50" b="0" i="0" spc="-300" baseline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‹#›</a:t>
            </a:fld>
            <a:endParaRPr lang="fr-FR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0271465E-98B5-B9D5-4120-A7E0C83A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ctr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r>
              <a:rPr lang="fr-FR" dirty="0"/>
              <a:t>Confidentiel – COSEC</a:t>
            </a:r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A6209113-FD0B-06E7-EADD-832619E5F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0050" y="15875"/>
            <a:ext cx="1160145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l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fld id="{264D35D0-50BB-43BE-A101-1F7EB7759A12}" type="datetime1">
              <a:rPr lang="fr-FR" smtClean="0"/>
              <a:t>28/07/2026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v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028E8FA-CD1E-EE4A-C7D5-DD7D9484A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352" y="1135188"/>
            <a:ext cx="12782698" cy="914400"/>
          </a:xfrm>
          <a:prstGeom prst="rect">
            <a:avLst/>
          </a:prstGeom>
        </p:spPr>
        <p:txBody>
          <a:bodyPr/>
          <a:lstStyle>
            <a:lvl1pPr>
              <a:defRPr sz="3300" spc="-360" baseline="0">
                <a:solidFill>
                  <a:srgbClr val="003D5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B1D8F60-DB59-2EBC-5BA9-333BA2EC16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0352" y="256666"/>
            <a:ext cx="15449698" cy="914400"/>
          </a:xfrm>
          <a:prstGeom prst="rect">
            <a:avLst/>
          </a:prstGeom>
        </p:spPr>
        <p:txBody>
          <a:bodyPr/>
          <a:lstStyle>
            <a:lvl1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1pPr>
            <a:lvl2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2pPr>
            <a:lvl3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3pPr>
            <a:lvl4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4pPr>
            <a:lvl5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endParaRPr lang="fr-FR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7633B474-5EAC-BAE8-CEA2-AB85A252B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144" y="138767"/>
            <a:ext cx="546462" cy="5685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50" b="0" i="0" spc="-300" baseline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‹#›</a:t>
            </a:fld>
            <a:endParaRPr lang="fr-FR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0271465E-98B5-B9D5-4120-A7E0C83A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ctr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r>
              <a:rPr lang="fr-FR" dirty="0"/>
              <a:t>Confidentiel – COSEC</a:t>
            </a:r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A6209113-FD0B-06E7-EADD-832619E5F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0050" y="15875"/>
            <a:ext cx="1160145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l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fld id="{63781C26-28C2-45CD-9987-59E4E1A896AC}" type="datetime1">
              <a:rPr lang="fr-FR" smtClean="0"/>
              <a:t>28/07/2026</a:t>
            </a:fld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4B686F-3E26-ABDE-8748-7571D7170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60500" y="1795463"/>
            <a:ext cx="14803438" cy="376237"/>
          </a:xfrm>
          <a:prstGeom prst="rect">
            <a:avLst/>
          </a:prstGeom>
        </p:spPr>
        <p:txBody>
          <a:bodyPr/>
          <a:lstStyle>
            <a:lvl1pPr>
              <a:defRPr sz="2050">
                <a:solidFill>
                  <a:srgbClr val="003D56"/>
                </a:solidFill>
                <a:latin typeface="Arial MT"/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27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angl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7E8A1A2-DB31-5C80-02BC-6B0AC511D6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318445"/>
            <a:ext cx="5610225" cy="9525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2AC9F31-9334-AF5F-F5F8-940E466B5D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268706" y="0"/>
            <a:ext cx="6810375" cy="742950"/>
          </a:xfrm>
          <a:prstGeom prst="rect">
            <a:avLst/>
          </a:prstGeom>
        </p:spPr>
      </p:pic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7D063EAA-B190-AFB4-D237-E8B8F1E4E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0352" y="256666"/>
            <a:ext cx="15449698" cy="914400"/>
          </a:xfrm>
          <a:prstGeom prst="rect">
            <a:avLst/>
          </a:prstGeom>
        </p:spPr>
        <p:txBody>
          <a:bodyPr/>
          <a:lstStyle>
            <a:lvl1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1pPr>
            <a:lvl2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2pPr>
            <a:lvl3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3pPr>
            <a:lvl4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4pPr>
            <a:lvl5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endParaRPr lang="fr-FR"/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7C28D6E9-17A7-D9DD-AB7C-09E145D5D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352" y="1135188"/>
            <a:ext cx="12782698" cy="914400"/>
          </a:xfrm>
          <a:prstGeom prst="rect">
            <a:avLst/>
          </a:prstGeom>
        </p:spPr>
        <p:txBody>
          <a:bodyPr/>
          <a:lstStyle>
            <a:lvl1pPr>
              <a:defRPr sz="3300" spc="-360" baseline="0">
                <a:solidFill>
                  <a:srgbClr val="003D5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C8D0D958-590E-D459-EF8E-E827D9B6E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144" y="138767"/>
            <a:ext cx="546462" cy="5685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50" b="0" i="0" spc="-300" baseline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‹#›</a:t>
            </a:fld>
            <a:endParaRPr lang="fr-FR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8B68561C-0B16-EDC8-37FE-1DB619EB9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ctr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r>
              <a:rPr lang="fr-FR"/>
              <a:t>Confidentiel – COSEC – EMH</a:t>
            </a:r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472DBC-FC29-7A9C-FB4A-8F296C901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0050" y="15875"/>
            <a:ext cx="1160145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l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fld id="{6969951E-151E-47FC-A8E9-762EBABC7BB2}" type="datetime1">
              <a:rPr lang="fr-FR" smtClean="0"/>
              <a:t>28/07/2026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angl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CCF6342C-F8A0-DC6B-0CE5-9D6E845EF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" y="6355975"/>
            <a:ext cx="1219200" cy="4953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750C2D3-95E4-F57A-564A-2EA8572EC9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168562" y="0"/>
            <a:ext cx="4924425" cy="2819400"/>
          </a:xfrm>
          <a:prstGeom prst="rect">
            <a:avLst/>
          </a:prstGeom>
        </p:spPr>
      </p:pic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554C9E32-839E-0137-1A8E-B73E16B68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0352" y="256666"/>
            <a:ext cx="15449698" cy="914400"/>
          </a:xfrm>
          <a:prstGeom prst="rect">
            <a:avLst/>
          </a:prstGeom>
        </p:spPr>
        <p:txBody>
          <a:bodyPr/>
          <a:lstStyle>
            <a:lvl1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1pPr>
            <a:lvl2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2pPr>
            <a:lvl3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3pPr>
            <a:lvl4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4pPr>
            <a:lvl5pPr>
              <a:defRPr sz="5750" spc="-550" baseline="0">
                <a:solidFill>
                  <a:srgbClr val="8BC75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75FDBD5-570A-B33C-2497-FBDD1F7E4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352" y="1135188"/>
            <a:ext cx="12782698" cy="914400"/>
          </a:xfrm>
          <a:prstGeom prst="rect">
            <a:avLst/>
          </a:prstGeom>
        </p:spPr>
        <p:txBody>
          <a:bodyPr/>
          <a:lstStyle>
            <a:lvl1pPr>
              <a:defRPr sz="3300" spc="-360" baseline="0">
                <a:solidFill>
                  <a:srgbClr val="003D5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9BCBD3DC-E254-525B-F523-B0B802059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144" y="138767"/>
            <a:ext cx="546462" cy="5685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50" b="0" i="0" spc="-300" baseline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‹#›</a:t>
            </a:fld>
            <a:endParaRPr lang="fr-FR"/>
          </a:p>
        </p:txBody>
      </p:sp>
      <p:sp>
        <p:nvSpPr>
          <p:cNvPr id="10" name="Holder 4">
            <a:extLst>
              <a:ext uri="{FF2B5EF4-FFF2-40B4-BE49-F238E27FC236}">
                <a16:creationId xmlns:a16="http://schemas.microsoft.com/office/drawing/2014/main" id="{09F9D266-40E8-1538-90B5-307081A11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ctr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r>
              <a:rPr lang="fr-FR"/>
              <a:t>Confidentiel – COSEC – EMH</a:t>
            </a:r>
          </a:p>
        </p:txBody>
      </p:sp>
      <p:sp>
        <p:nvSpPr>
          <p:cNvPr id="14" name="Holder 5">
            <a:extLst>
              <a:ext uri="{FF2B5EF4-FFF2-40B4-BE49-F238E27FC236}">
                <a16:creationId xmlns:a16="http://schemas.microsoft.com/office/drawing/2014/main" id="{0C6768D3-57D4-3045-A8E6-2BA47DF5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0050" y="15875"/>
            <a:ext cx="1160145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l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fld id="{21E5ACA5-C3C6-4F99-92E2-D375171F12BF}" type="datetime1">
              <a:rPr lang="fr-FR" smtClean="0"/>
              <a:t>28/07/2026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16">
            <a:extLst>
              <a:ext uri="{FF2B5EF4-FFF2-40B4-BE49-F238E27FC236}">
                <a16:creationId xmlns:a16="http://schemas.microsoft.com/office/drawing/2014/main" id="{0ED21D86-D916-52FF-993A-FF0D531B7AA7}"/>
              </a:ext>
            </a:extLst>
          </p:cNvPr>
          <p:cNvSpPr/>
          <p:nvPr userDrawn="1"/>
        </p:nvSpPr>
        <p:spPr>
          <a:xfrm rot="10800000">
            <a:off x="0" y="0"/>
            <a:ext cx="880110" cy="670560"/>
          </a:xfrm>
          <a:custGeom>
            <a:avLst/>
            <a:gdLst/>
            <a:ahLst/>
            <a:cxnLst/>
            <a:rect l="l" t="t" r="r" b="b"/>
            <a:pathLst>
              <a:path w="880109" h="670559">
                <a:moveTo>
                  <a:pt x="577626" y="0"/>
                </a:moveTo>
                <a:lnTo>
                  <a:pt x="530251" y="1914"/>
                </a:lnTo>
                <a:lnTo>
                  <a:pt x="483931" y="7560"/>
                </a:lnTo>
                <a:lnTo>
                  <a:pt x="438815" y="16787"/>
                </a:lnTo>
                <a:lnTo>
                  <a:pt x="395050" y="29448"/>
                </a:lnTo>
                <a:lnTo>
                  <a:pt x="352787" y="45394"/>
                </a:lnTo>
                <a:lnTo>
                  <a:pt x="312172" y="64475"/>
                </a:lnTo>
                <a:lnTo>
                  <a:pt x="273356" y="86544"/>
                </a:lnTo>
                <a:lnTo>
                  <a:pt x="236486" y="111451"/>
                </a:lnTo>
                <a:lnTo>
                  <a:pt x="201712" y="139048"/>
                </a:lnTo>
                <a:lnTo>
                  <a:pt x="169182" y="169187"/>
                </a:lnTo>
                <a:lnTo>
                  <a:pt x="139044" y="201718"/>
                </a:lnTo>
                <a:lnTo>
                  <a:pt x="111447" y="236493"/>
                </a:lnTo>
                <a:lnTo>
                  <a:pt x="86541" y="273363"/>
                </a:lnTo>
                <a:lnTo>
                  <a:pt x="64473" y="312181"/>
                </a:lnTo>
                <a:lnTo>
                  <a:pt x="45392" y="352796"/>
                </a:lnTo>
                <a:lnTo>
                  <a:pt x="29447" y="395060"/>
                </a:lnTo>
                <a:lnTo>
                  <a:pt x="16787" y="438825"/>
                </a:lnTo>
                <a:lnTo>
                  <a:pt x="7560" y="483942"/>
                </a:lnTo>
                <a:lnTo>
                  <a:pt x="1914" y="530262"/>
                </a:lnTo>
                <a:lnTo>
                  <a:pt x="0" y="577636"/>
                </a:lnTo>
                <a:lnTo>
                  <a:pt x="1914" y="625011"/>
                </a:lnTo>
                <a:lnTo>
                  <a:pt x="7414" y="670140"/>
                </a:lnTo>
                <a:lnTo>
                  <a:pt x="879550" y="670140"/>
                </a:lnTo>
                <a:lnTo>
                  <a:pt x="879550" y="85210"/>
                </a:lnTo>
                <a:lnTo>
                  <a:pt x="843079" y="64475"/>
                </a:lnTo>
                <a:lnTo>
                  <a:pt x="802465" y="45394"/>
                </a:lnTo>
                <a:lnTo>
                  <a:pt x="760201" y="29448"/>
                </a:lnTo>
                <a:lnTo>
                  <a:pt x="716437" y="16787"/>
                </a:lnTo>
                <a:lnTo>
                  <a:pt x="671320" y="7560"/>
                </a:lnTo>
                <a:lnTo>
                  <a:pt x="625001" y="1914"/>
                </a:lnTo>
                <a:lnTo>
                  <a:pt x="577626" y="0"/>
                </a:lnTo>
                <a:close/>
              </a:path>
            </a:pathLst>
          </a:custGeom>
          <a:solidFill>
            <a:srgbClr val="003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Holder 4">
            <a:extLst>
              <a:ext uri="{FF2B5EF4-FFF2-40B4-BE49-F238E27FC236}">
                <a16:creationId xmlns:a16="http://schemas.microsoft.com/office/drawing/2014/main" id="{ED5F9D73-321F-13BD-1055-F7AD7ED64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ctr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r>
              <a:rPr lang="fr-FR" dirty="0"/>
              <a:t>Confidentiel – COSEC</a:t>
            </a:r>
          </a:p>
        </p:txBody>
      </p:sp>
      <p:sp>
        <p:nvSpPr>
          <p:cNvPr id="23" name="Holder 5">
            <a:extLst>
              <a:ext uri="{FF2B5EF4-FFF2-40B4-BE49-F238E27FC236}">
                <a16:creationId xmlns:a16="http://schemas.microsoft.com/office/drawing/2014/main" id="{B69E076C-7509-D67E-701D-F9240C23D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0050" y="15875"/>
            <a:ext cx="1160145" cy="27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algn="l">
              <a:defRPr b="0" u="none">
                <a:solidFill>
                  <a:srgbClr val="003D56"/>
                </a:solidFill>
                <a:latin typeface="Arial MT"/>
              </a:defRPr>
            </a:lvl1pPr>
          </a:lstStyle>
          <a:p>
            <a:fld id="{47CB6DF1-2B16-43E4-A0BF-E70DEAE425AC}" type="datetime1">
              <a:rPr lang="fr-FR" smtClean="0"/>
              <a:t>28/07/2026</a:t>
            </a:fld>
            <a:endParaRPr lang="en-US"/>
          </a:p>
        </p:txBody>
      </p:sp>
      <p:sp>
        <p:nvSpPr>
          <p:cNvPr id="24" name="Holder 6">
            <a:extLst>
              <a:ext uri="{FF2B5EF4-FFF2-40B4-BE49-F238E27FC236}">
                <a16:creationId xmlns:a16="http://schemas.microsoft.com/office/drawing/2014/main" id="{C2353779-AA6E-28BD-7CD9-E79758F80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144" y="138767"/>
            <a:ext cx="546462" cy="5685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50" b="0" i="0" spc="-300" baseline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‹#›</a:t>
            </a:fld>
            <a:endParaRPr lang="fr-FR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7786F102-D4AF-971F-8C1B-9A2FC228BF77}"/>
              </a:ext>
            </a:extLst>
          </p:cNvPr>
          <p:cNvSpPr/>
          <p:nvPr userDrawn="1"/>
        </p:nvSpPr>
        <p:spPr>
          <a:xfrm>
            <a:off x="0" y="854075"/>
            <a:ext cx="1160145" cy="113030"/>
          </a:xfrm>
          <a:custGeom>
            <a:avLst/>
            <a:gdLst/>
            <a:ahLst/>
            <a:cxnLst/>
            <a:rect l="l" t="t" r="r" b="b"/>
            <a:pathLst>
              <a:path w="1160145" h="113030">
                <a:moveTo>
                  <a:pt x="1159892" y="0"/>
                </a:moveTo>
                <a:lnTo>
                  <a:pt x="0" y="0"/>
                </a:lnTo>
                <a:lnTo>
                  <a:pt x="0" y="112719"/>
                </a:lnTo>
                <a:lnTo>
                  <a:pt x="1159892" y="112719"/>
                </a:lnTo>
                <a:lnTo>
                  <a:pt x="1159892" y="0"/>
                </a:lnTo>
                <a:close/>
              </a:path>
            </a:pathLst>
          </a:custGeom>
          <a:solidFill>
            <a:srgbClr val="8BC75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91" r:id="rId2"/>
    <p:sldLayoutId id="2147483692" r:id="rId3"/>
    <p:sldLayoutId id="2147483693" r:id="rId4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8648-3F9D-3439-E55E-A585E73F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167DE0-6DBB-10E1-13CF-50758FAD27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Focus sur incident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630873-EF54-A9F3-48E7-F016C3D5EB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ETAT DE LA SURVEILLANCE</a:t>
            </a: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23132CFF-586D-1222-75F2-9B8B38200C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8B9993B-AA06-4FC4-8088-2FEB68083F8A}" type="datetime1">
              <a:rPr lang="fr-FR" smtClean="0"/>
              <a:t>28/07/2026</a:t>
            </a:fld>
            <a:endParaRPr lang="en-US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AB38AD87-EA87-D6B0-33B2-44FA476AA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1</a:t>
            </a:fld>
            <a:endParaRPr lang="fr-FR"/>
          </a:p>
        </p:txBody>
      </p:sp>
      <p:sp>
        <p:nvSpPr>
          <p:cNvPr id="2" name="Demi-cadre 1">
            <a:extLst>
              <a:ext uri="{FF2B5EF4-FFF2-40B4-BE49-F238E27FC236}">
                <a16:creationId xmlns:a16="http://schemas.microsoft.com/office/drawing/2014/main" id="{752FA8D5-3FB2-2D7F-E3F0-A3E10BEC2389}"/>
              </a:ext>
            </a:extLst>
          </p:cNvPr>
          <p:cNvSpPr/>
          <p:nvPr/>
        </p:nvSpPr>
        <p:spPr>
          <a:xfrm>
            <a:off x="177652" y="2100388"/>
            <a:ext cx="2852612" cy="2852612"/>
          </a:xfrm>
          <a:prstGeom prst="halfFrame">
            <a:avLst>
              <a:gd name="adj1" fmla="val 1244"/>
              <a:gd name="adj2" fmla="val 1244"/>
            </a:avLst>
          </a:prstGeom>
          <a:solidFill>
            <a:srgbClr val="003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Demi-cadre 5">
            <a:extLst>
              <a:ext uri="{FF2B5EF4-FFF2-40B4-BE49-F238E27FC236}">
                <a16:creationId xmlns:a16="http://schemas.microsoft.com/office/drawing/2014/main" id="{F6B510F2-73BA-A343-B22E-E34D9370BFB9}"/>
              </a:ext>
            </a:extLst>
          </p:cNvPr>
          <p:cNvSpPr/>
          <p:nvPr/>
        </p:nvSpPr>
        <p:spPr>
          <a:xfrm rot="10800000">
            <a:off x="6089502" y="8038543"/>
            <a:ext cx="2852612" cy="2852612"/>
          </a:xfrm>
          <a:prstGeom prst="halfFrame">
            <a:avLst>
              <a:gd name="adj1" fmla="val 1244"/>
              <a:gd name="adj2" fmla="val 1244"/>
            </a:avLst>
          </a:prstGeom>
          <a:solidFill>
            <a:srgbClr val="003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Demi-cadre 6">
            <a:extLst>
              <a:ext uri="{FF2B5EF4-FFF2-40B4-BE49-F238E27FC236}">
                <a16:creationId xmlns:a16="http://schemas.microsoft.com/office/drawing/2014/main" id="{012A9F00-C14F-1547-2F2F-472E031618E7}"/>
              </a:ext>
            </a:extLst>
          </p:cNvPr>
          <p:cNvSpPr/>
          <p:nvPr/>
        </p:nvSpPr>
        <p:spPr>
          <a:xfrm>
            <a:off x="330052" y="2252788"/>
            <a:ext cx="1595312" cy="1595312"/>
          </a:xfrm>
          <a:prstGeom prst="halfFrame">
            <a:avLst>
              <a:gd name="adj1" fmla="val 1244"/>
              <a:gd name="adj2" fmla="val 1244"/>
            </a:avLst>
          </a:prstGeom>
          <a:solidFill>
            <a:srgbClr val="8BC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1C4A86C9-CB37-A4A5-44CA-382E7178715F}"/>
              </a:ext>
            </a:extLst>
          </p:cNvPr>
          <p:cNvSpPr/>
          <p:nvPr/>
        </p:nvSpPr>
        <p:spPr>
          <a:xfrm rot="10800000">
            <a:off x="8296201" y="10219517"/>
            <a:ext cx="825500" cy="825500"/>
          </a:xfrm>
          <a:prstGeom prst="halfFrame">
            <a:avLst>
              <a:gd name="adj1" fmla="val 1244"/>
              <a:gd name="adj2" fmla="val 1244"/>
            </a:avLst>
          </a:prstGeom>
          <a:solidFill>
            <a:srgbClr val="8BC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721533-5E4F-1712-C933-CCB3CE07645F}"/>
              </a:ext>
            </a:extLst>
          </p:cNvPr>
          <p:cNvSpPr txBox="1"/>
          <p:nvPr/>
        </p:nvSpPr>
        <p:spPr>
          <a:xfrm>
            <a:off x="351135" y="2264696"/>
            <a:ext cx="853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Date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Typologie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Occurrence(s)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Log source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 err="1">
                <a:solidFill>
                  <a:srgbClr val="003D56"/>
                </a:solidFill>
                <a:latin typeface="Arial Black" panose="020B0A04020102020204" pitchFamily="34" charset="0"/>
              </a:rPr>
              <a:t>Severity</a:t>
            </a: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Mitre ATT&amp;CK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Entités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Catégorie de clôture :</a:t>
            </a:r>
          </a:p>
          <a:p>
            <a:pPr>
              <a:buClr>
                <a:srgbClr val="8BC751"/>
              </a:buClr>
            </a:pPr>
            <a:endParaRPr lang="fr-FR" dirty="0">
              <a:solidFill>
                <a:srgbClr val="003D56"/>
              </a:solidFill>
              <a:latin typeface="Arial Black" panose="020B0A04020102020204" pitchFamily="34" charset="0"/>
            </a:endParaRPr>
          </a:p>
          <a:p>
            <a:pPr>
              <a:buClr>
                <a:srgbClr val="8BC751"/>
              </a:buClr>
            </a:pPr>
            <a:r>
              <a:rPr lang="fr-FR" dirty="0">
                <a:solidFill>
                  <a:srgbClr val="003D56"/>
                </a:solidFill>
                <a:latin typeface="Arial Black" panose="020B0A04020102020204" pitchFamily="34" charset="0"/>
              </a:rPr>
              <a:t>Description :</a:t>
            </a:r>
          </a:p>
        </p:txBody>
      </p:sp>
      <p:sp>
        <p:nvSpPr>
          <p:cNvPr id="14" name="Demi-cadre 13">
            <a:extLst>
              <a:ext uri="{FF2B5EF4-FFF2-40B4-BE49-F238E27FC236}">
                <a16:creationId xmlns:a16="http://schemas.microsoft.com/office/drawing/2014/main" id="{44CE96E4-4F3D-10CE-7CE7-1508FEE8F635}"/>
              </a:ext>
            </a:extLst>
          </p:cNvPr>
          <p:cNvSpPr/>
          <p:nvPr/>
        </p:nvSpPr>
        <p:spPr>
          <a:xfrm rot="16200000">
            <a:off x="177652" y="10285915"/>
            <a:ext cx="577998" cy="577998"/>
          </a:xfrm>
          <a:prstGeom prst="halfFrame">
            <a:avLst>
              <a:gd name="adj1" fmla="val 1244"/>
              <a:gd name="adj2" fmla="val 1244"/>
            </a:avLst>
          </a:prstGeom>
          <a:solidFill>
            <a:srgbClr val="003D56"/>
          </a:solidFill>
          <a:ln>
            <a:solidFill>
              <a:srgbClr val="003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BB68AB18-49DE-E44F-257D-DBCAF8EB7AF5}"/>
              </a:ext>
            </a:extLst>
          </p:cNvPr>
          <p:cNvGrpSpPr/>
          <p:nvPr/>
        </p:nvGrpSpPr>
        <p:grpSpPr>
          <a:xfrm>
            <a:off x="7755408" y="3240393"/>
            <a:ext cx="5862428" cy="5862428"/>
            <a:chOff x="7755408" y="3240393"/>
            <a:chExt cx="5862428" cy="5862428"/>
          </a:xfrm>
        </p:grpSpPr>
        <p:pic>
          <p:nvPicPr>
            <p:cNvPr id="15" name="Graphique 14" descr="Flèches de chevron avec un remplissage uni">
              <a:extLst>
                <a:ext uri="{FF2B5EF4-FFF2-40B4-BE49-F238E27FC236}">
                  <a16:creationId xmlns:a16="http://schemas.microsoft.com/office/drawing/2014/main" id="{6F64D85A-A58F-1382-00F7-7A39BE77C0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1125959">
              <a:off x="8628830" y="3985675"/>
              <a:ext cx="1039709" cy="1039709"/>
            </a:xfrm>
            <a:prstGeom prst="rect">
              <a:avLst/>
            </a:prstGeom>
            <a:scene3d>
              <a:camera prst="orthographicFront">
                <a:rot lat="3000000" lon="19800000" rev="20400000"/>
              </a:camera>
              <a:lightRig rig="threePt" dir="t"/>
            </a:scene3d>
          </p:spPr>
        </p:pic>
        <p:pic>
          <p:nvPicPr>
            <p:cNvPr id="16" name="Graphique 15" descr="Flèches de chevron avec un remplissage uni">
              <a:extLst>
                <a:ext uri="{FF2B5EF4-FFF2-40B4-BE49-F238E27FC236}">
                  <a16:creationId xmlns:a16="http://schemas.microsoft.com/office/drawing/2014/main" id="{E2FFE398-3DB3-4249-C449-1340AF28B4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2340">
              <a:off x="11915769" y="6329420"/>
              <a:ext cx="1039707" cy="1039707"/>
            </a:xfrm>
            <a:prstGeom prst="rect">
              <a:avLst/>
            </a:prstGeom>
            <a:scene3d>
              <a:camera prst="orthographicFront">
                <a:rot lat="3000000" lon="19800000" rev="20400000"/>
              </a:camera>
              <a:lightRig rig="threePt" dir="t"/>
            </a:scene3d>
          </p:spPr>
        </p:pic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6CDF58D-7160-F483-BEC3-3BFC8FF627A2}"/>
                </a:ext>
              </a:extLst>
            </p:cNvPr>
            <p:cNvSpPr/>
            <p:nvPr/>
          </p:nvSpPr>
          <p:spPr>
            <a:xfrm>
              <a:off x="7755408" y="3240393"/>
              <a:ext cx="5862428" cy="5862428"/>
            </a:xfrm>
            <a:prstGeom prst="ellipse">
              <a:avLst/>
            </a:prstGeom>
            <a:solidFill>
              <a:srgbClr val="EAEEF3"/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7092F003-1DC8-FE03-6977-2D1335161F41}"/>
                </a:ext>
              </a:extLst>
            </p:cNvPr>
            <p:cNvSpPr/>
            <p:nvPr/>
          </p:nvSpPr>
          <p:spPr>
            <a:xfrm>
              <a:off x="9148685" y="4299681"/>
              <a:ext cx="3075875" cy="3075875"/>
            </a:xfrm>
            <a:prstGeom prst="ellipse">
              <a:avLst/>
            </a:prstGeom>
            <a:noFill/>
            <a:ln w="317500">
              <a:solidFill>
                <a:srgbClr val="003D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 128">
              <a:extLst>
                <a:ext uri="{FF2B5EF4-FFF2-40B4-BE49-F238E27FC236}">
                  <a16:creationId xmlns:a16="http://schemas.microsoft.com/office/drawing/2014/main" id="{07A0B8D1-B504-39F0-8B6F-54C9877C1534}"/>
                </a:ext>
              </a:extLst>
            </p:cNvPr>
            <p:cNvGrpSpPr>
              <a:grpSpLocks/>
            </p:cNvGrpSpPr>
            <p:nvPr/>
          </p:nvGrpSpPr>
          <p:grpSpPr>
            <a:xfrm>
              <a:off x="8845112" y="4555218"/>
              <a:ext cx="3174611" cy="2292520"/>
              <a:chOff x="12700" y="12700"/>
              <a:chExt cx="4889065" cy="3530600"/>
            </a:xfrm>
          </p:grpSpPr>
          <p:sp>
            <p:nvSpPr>
              <p:cNvPr id="22" name="Graphic 129">
                <a:extLst>
                  <a:ext uri="{FF2B5EF4-FFF2-40B4-BE49-F238E27FC236}">
                    <a16:creationId xmlns:a16="http://schemas.microsoft.com/office/drawing/2014/main" id="{9512B660-1AEA-FC45-35CB-6142D6A47E06}"/>
                  </a:ext>
                </a:extLst>
              </p:cNvPr>
              <p:cNvSpPr/>
              <p:nvPr/>
            </p:nvSpPr>
            <p:spPr>
              <a:xfrm>
                <a:off x="1371430" y="2307750"/>
                <a:ext cx="106680" cy="448945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448945">
                    <a:moveTo>
                      <a:pt x="84632" y="448919"/>
                    </a:moveTo>
                    <a:lnTo>
                      <a:pt x="91466" y="392145"/>
                    </a:lnTo>
                    <a:lnTo>
                      <a:pt x="97910" y="335507"/>
                    </a:lnTo>
                    <a:lnTo>
                      <a:pt x="103123" y="280340"/>
                    </a:lnTo>
                    <a:lnTo>
                      <a:pt x="106266" y="227978"/>
                    </a:lnTo>
                    <a:lnTo>
                      <a:pt x="106495" y="179757"/>
                    </a:lnTo>
                    <a:lnTo>
                      <a:pt x="102971" y="137011"/>
                    </a:lnTo>
                    <a:lnTo>
                      <a:pt x="94853" y="101076"/>
                    </a:lnTo>
                    <a:lnTo>
                      <a:pt x="81298" y="73286"/>
                    </a:lnTo>
                    <a:lnTo>
                      <a:pt x="61467" y="54978"/>
                    </a:lnTo>
                    <a:lnTo>
                      <a:pt x="42253" y="42751"/>
                    </a:lnTo>
                    <a:lnTo>
                      <a:pt x="25642" y="29346"/>
                    </a:lnTo>
                    <a:lnTo>
                      <a:pt x="11577" y="15012"/>
                    </a:ln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003B54"/>
                </a:solidFill>
                <a:prstDash val="solid"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" name="Graphic 130">
                <a:extLst>
                  <a:ext uri="{FF2B5EF4-FFF2-40B4-BE49-F238E27FC236}">
                    <a16:creationId xmlns:a16="http://schemas.microsoft.com/office/drawing/2014/main" id="{3D968628-D5E7-5064-0996-C7F925EEA711}"/>
                  </a:ext>
                </a:extLst>
              </p:cNvPr>
              <p:cNvSpPr/>
              <p:nvPr/>
            </p:nvSpPr>
            <p:spPr>
              <a:xfrm>
                <a:off x="12700" y="679768"/>
                <a:ext cx="1923414" cy="2004060"/>
              </a:xfrm>
              <a:custGeom>
                <a:avLst/>
                <a:gdLst/>
                <a:ahLst/>
                <a:cxnLst/>
                <a:rect l="l" t="t" r="r" b="b"/>
                <a:pathLst>
                  <a:path w="1923414" h="2004060">
                    <a:moveTo>
                      <a:pt x="1513697" y="1286267"/>
                    </a:moveTo>
                    <a:lnTo>
                      <a:pt x="1000718" y="1977426"/>
                    </a:lnTo>
                    <a:lnTo>
                      <a:pt x="980865" y="1995290"/>
                    </a:lnTo>
                    <a:lnTo>
                      <a:pt x="956487" y="2003906"/>
                    </a:lnTo>
                    <a:lnTo>
                      <a:pt x="930638" y="2002815"/>
                    </a:lnTo>
                    <a:lnTo>
                      <a:pt x="463064" y="1666225"/>
                    </a:lnTo>
                    <a:lnTo>
                      <a:pt x="26628" y="1345931"/>
                    </a:lnTo>
                    <a:lnTo>
                      <a:pt x="0" y="1301951"/>
                    </a:lnTo>
                    <a:lnTo>
                      <a:pt x="1093" y="1276244"/>
                    </a:lnTo>
                    <a:lnTo>
                      <a:pt x="12404" y="1252104"/>
                    </a:lnTo>
                    <a:lnTo>
                      <a:pt x="922080" y="26490"/>
                    </a:lnTo>
                    <a:lnTo>
                      <a:pt x="941933" y="8619"/>
                    </a:lnTo>
                    <a:lnTo>
                      <a:pt x="966311" y="0"/>
                    </a:lnTo>
                    <a:lnTo>
                      <a:pt x="992160" y="1089"/>
                    </a:lnTo>
                    <a:lnTo>
                      <a:pt x="1016428" y="12342"/>
                    </a:lnTo>
                    <a:lnTo>
                      <a:pt x="1896170" y="657972"/>
                    </a:lnTo>
                    <a:lnTo>
                      <a:pt x="1914135" y="677717"/>
                    </a:lnTo>
                    <a:lnTo>
                      <a:pt x="1922803" y="701957"/>
                    </a:lnTo>
                    <a:lnTo>
                      <a:pt x="1921711" y="727661"/>
                    </a:lnTo>
                    <a:lnTo>
                      <a:pt x="1910394" y="751800"/>
                    </a:lnTo>
                    <a:lnTo>
                      <a:pt x="1659874" y="1089315"/>
                    </a:lnTo>
                  </a:path>
                </a:pathLst>
              </a:custGeom>
              <a:ln w="25400">
                <a:solidFill>
                  <a:srgbClr val="94C23B"/>
                </a:solidFill>
                <a:prstDash val="solid"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5" name="Graphic 131">
                <a:extLst>
                  <a:ext uri="{FF2B5EF4-FFF2-40B4-BE49-F238E27FC236}">
                    <a16:creationId xmlns:a16="http://schemas.microsoft.com/office/drawing/2014/main" id="{5A64ADF1-46CD-5344-1913-56C78D8296BB}"/>
                  </a:ext>
                </a:extLst>
              </p:cNvPr>
              <p:cNvSpPr/>
              <p:nvPr/>
            </p:nvSpPr>
            <p:spPr>
              <a:xfrm>
                <a:off x="146885" y="12700"/>
                <a:ext cx="4754880" cy="3530600"/>
              </a:xfrm>
              <a:custGeom>
                <a:avLst/>
                <a:gdLst/>
                <a:ahLst/>
                <a:cxnLst/>
                <a:rect l="l" t="t" r="r" b="b"/>
                <a:pathLst>
                  <a:path w="4754880" h="3530600">
                    <a:moveTo>
                      <a:pt x="2103272" y="497858"/>
                    </a:moveTo>
                    <a:lnTo>
                      <a:pt x="2103005" y="497604"/>
                    </a:lnTo>
                    <a:lnTo>
                      <a:pt x="2060581" y="439068"/>
                    </a:lnTo>
                    <a:lnTo>
                      <a:pt x="2029500" y="385362"/>
                    </a:lnTo>
                    <a:lnTo>
                      <a:pt x="2008865" y="336299"/>
                    </a:lnTo>
                    <a:lnTo>
                      <a:pt x="1997776" y="291692"/>
                    </a:lnTo>
                    <a:lnTo>
                      <a:pt x="1995338" y="251354"/>
                    </a:lnTo>
                    <a:lnTo>
                      <a:pt x="2000651" y="215098"/>
                    </a:lnTo>
                    <a:lnTo>
                      <a:pt x="2030942" y="154084"/>
                    </a:lnTo>
                    <a:lnTo>
                      <a:pt x="2081466" y="107155"/>
                    </a:lnTo>
                    <a:lnTo>
                      <a:pt x="2124268" y="84344"/>
                    </a:lnTo>
                    <a:lnTo>
                      <a:pt x="2170109" y="72115"/>
                    </a:lnTo>
                    <a:lnTo>
                      <a:pt x="2217536" y="69895"/>
                    </a:lnTo>
                    <a:lnTo>
                      <a:pt x="2265096" y="77109"/>
                    </a:lnTo>
                    <a:lnTo>
                      <a:pt x="2311336" y="93185"/>
                    </a:lnTo>
                    <a:lnTo>
                      <a:pt x="2345658" y="103153"/>
                    </a:lnTo>
                    <a:lnTo>
                      <a:pt x="2385659" y="105808"/>
                    </a:lnTo>
                    <a:lnTo>
                      <a:pt x="2430368" y="102375"/>
                    </a:lnTo>
                    <a:lnTo>
                      <a:pt x="2478811" y="94082"/>
                    </a:lnTo>
                    <a:lnTo>
                      <a:pt x="2530017" y="82154"/>
                    </a:lnTo>
                    <a:lnTo>
                      <a:pt x="2583014" y="67819"/>
                    </a:lnTo>
                    <a:lnTo>
                      <a:pt x="2636831" y="52303"/>
                    </a:lnTo>
                    <a:lnTo>
                      <a:pt x="2690494" y="36833"/>
                    </a:lnTo>
                    <a:lnTo>
                      <a:pt x="2743033" y="22635"/>
                    </a:lnTo>
                    <a:lnTo>
                      <a:pt x="2793476" y="10937"/>
                    </a:lnTo>
                    <a:lnTo>
                      <a:pt x="2840850" y="2964"/>
                    </a:lnTo>
                    <a:lnTo>
                      <a:pt x="2888853" y="0"/>
                    </a:lnTo>
                    <a:lnTo>
                      <a:pt x="2930106" y="3730"/>
                    </a:lnTo>
                    <a:lnTo>
                      <a:pt x="2995955" y="29395"/>
                    </a:lnTo>
                    <a:lnTo>
                      <a:pt x="3045588" y="76202"/>
                    </a:lnTo>
                    <a:lnTo>
                      <a:pt x="3086195" y="140394"/>
                    </a:lnTo>
                    <a:lnTo>
                      <a:pt x="3105360" y="177836"/>
                    </a:lnTo>
                    <a:lnTo>
                      <a:pt x="3124966" y="218214"/>
                    </a:lnTo>
                    <a:lnTo>
                      <a:pt x="3145910" y="261061"/>
                    </a:lnTo>
                    <a:lnTo>
                      <a:pt x="3169091" y="305905"/>
                    </a:lnTo>
                    <a:lnTo>
                      <a:pt x="3195408" y="352277"/>
                    </a:lnTo>
                    <a:lnTo>
                      <a:pt x="3214962" y="391076"/>
                    </a:lnTo>
                    <a:lnTo>
                      <a:pt x="3229234" y="432799"/>
                    </a:lnTo>
                    <a:lnTo>
                      <a:pt x="3238523" y="476923"/>
                    </a:lnTo>
                    <a:lnTo>
                      <a:pt x="3243129" y="522924"/>
                    </a:lnTo>
                    <a:lnTo>
                      <a:pt x="3243350" y="570280"/>
                    </a:lnTo>
                    <a:lnTo>
                      <a:pt x="3239488" y="618467"/>
                    </a:lnTo>
                    <a:lnTo>
                      <a:pt x="3231840" y="666961"/>
                    </a:lnTo>
                    <a:lnTo>
                      <a:pt x="3220707" y="715240"/>
                    </a:lnTo>
                    <a:lnTo>
                      <a:pt x="3206388" y="762781"/>
                    </a:lnTo>
                    <a:lnTo>
                      <a:pt x="3189182" y="809060"/>
                    </a:lnTo>
                    <a:lnTo>
                      <a:pt x="3169388" y="853553"/>
                    </a:lnTo>
                    <a:lnTo>
                      <a:pt x="3147307" y="895739"/>
                    </a:lnTo>
                    <a:lnTo>
                      <a:pt x="3123238" y="935092"/>
                    </a:lnTo>
                    <a:lnTo>
                      <a:pt x="3097480" y="971091"/>
                    </a:lnTo>
                    <a:lnTo>
                      <a:pt x="3070332" y="1003211"/>
                    </a:lnTo>
                    <a:lnTo>
                      <a:pt x="3042095" y="1030931"/>
                    </a:lnTo>
                    <a:lnTo>
                      <a:pt x="2983547" y="1071072"/>
                    </a:lnTo>
                    <a:lnTo>
                      <a:pt x="2976548" y="1053615"/>
                    </a:lnTo>
                    <a:lnTo>
                      <a:pt x="2978819" y="1060048"/>
                    </a:lnTo>
                    <a:lnTo>
                      <a:pt x="2982058" y="1067968"/>
                    </a:lnTo>
                    <a:lnTo>
                      <a:pt x="2977959" y="1054968"/>
                    </a:lnTo>
                    <a:lnTo>
                      <a:pt x="2976537" y="1053952"/>
                    </a:lnTo>
                  </a:path>
                  <a:path w="4754880" h="3530600">
                    <a:moveTo>
                      <a:pt x="2535339" y="1244097"/>
                    </a:moveTo>
                    <a:lnTo>
                      <a:pt x="2467987" y="1229803"/>
                    </a:lnTo>
                    <a:lnTo>
                      <a:pt x="2402001" y="1202929"/>
                    </a:lnTo>
                    <a:lnTo>
                      <a:pt x="2338879" y="1163163"/>
                    </a:lnTo>
                    <a:lnTo>
                      <a:pt x="2308860" y="1138347"/>
                    </a:lnTo>
                    <a:lnTo>
                      <a:pt x="2280119" y="1110192"/>
                    </a:lnTo>
                    <a:lnTo>
                      <a:pt x="2252842" y="1078658"/>
                    </a:lnTo>
                    <a:lnTo>
                      <a:pt x="2227218" y="1043705"/>
                    </a:lnTo>
                    <a:lnTo>
                      <a:pt x="2203432" y="1005295"/>
                    </a:lnTo>
                    <a:lnTo>
                      <a:pt x="2181672" y="963390"/>
                    </a:lnTo>
                    <a:lnTo>
                      <a:pt x="2162127" y="917949"/>
                    </a:lnTo>
                    <a:lnTo>
                      <a:pt x="2144981" y="868934"/>
                    </a:lnTo>
                    <a:lnTo>
                      <a:pt x="2130424" y="816306"/>
                    </a:lnTo>
                    <a:lnTo>
                      <a:pt x="2118641" y="760026"/>
                    </a:lnTo>
                    <a:lnTo>
                      <a:pt x="2109821" y="700054"/>
                    </a:lnTo>
                    <a:lnTo>
                      <a:pt x="2104150" y="636353"/>
                    </a:lnTo>
                    <a:lnTo>
                      <a:pt x="2101816" y="568882"/>
                    </a:lnTo>
                    <a:lnTo>
                      <a:pt x="2103005" y="497604"/>
                    </a:lnTo>
                    <a:lnTo>
                      <a:pt x="2103145" y="497731"/>
                    </a:lnTo>
                    <a:lnTo>
                      <a:pt x="2129299" y="472657"/>
                    </a:lnTo>
                    <a:lnTo>
                      <a:pt x="2159241" y="447044"/>
                    </a:lnTo>
                    <a:lnTo>
                      <a:pt x="2192728" y="421399"/>
                    </a:lnTo>
                    <a:lnTo>
                      <a:pt x="2229392" y="396105"/>
                    </a:lnTo>
                    <a:lnTo>
                      <a:pt x="2268863" y="371541"/>
                    </a:lnTo>
                    <a:lnTo>
                      <a:pt x="2310774" y="348091"/>
                    </a:lnTo>
                    <a:lnTo>
                      <a:pt x="2354754" y="326134"/>
                    </a:lnTo>
                    <a:lnTo>
                      <a:pt x="2400435" y="306052"/>
                    </a:lnTo>
                    <a:lnTo>
                      <a:pt x="2447448" y="288227"/>
                    </a:lnTo>
                    <a:lnTo>
                      <a:pt x="2495424" y="273039"/>
                    </a:lnTo>
                    <a:lnTo>
                      <a:pt x="2543994" y="260871"/>
                    </a:lnTo>
                    <a:lnTo>
                      <a:pt x="2592789" y="252103"/>
                    </a:lnTo>
                    <a:lnTo>
                      <a:pt x="2641441" y="247116"/>
                    </a:lnTo>
                    <a:lnTo>
                      <a:pt x="2689580" y="246292"/>
                    </a:lnTo>
                    <a:lnTo>
                      <a:pt x="2736837" y="250013"/>
                    </a:lnTo>
                    <a:lnTo>
                      <a:pt x="2782844" y="258659"/>
                    </a:lnTo>
                    <a:lnTo>
                      <a:pt x="2827231" y="272611"/>
                    </a:lnTo>
                    <a:lnTo>
                      <a:pt x="2869630" y="292252"/>
                    </a:lnTo>
                    <a:lnTo>
                      <a:pt x="2909671" y="317962"/>
                    </a:lnTo>
                    <a:lnTo>
                      <a:pt x="2967865" y="440761"/>
                    </a:lnTo>
                    <a:lnTo>
                      <a:pt x="2994763" y="552001"/>
                    </a:lnTo>
                    <a:lnTo>
                      <a:pt x="3002213" y="632680"/>
                    </a:lnTo>
                    <a:lnTo>
                      <a:pt x="3002064" y="663796"/>
                    </a:lnTo>
                    <a:lnTo>
                      <a:pt x="3024354" y="633766"/>
                    </a:lnTo>
                    <a:lnTo>
                      <a:pt x="3044384" y="621068"/>
                    </a:lnTo>
                    <a:lnTo>
                      <a:pt x="3061682" y="623095"/>
                    </a:lnTo>
                    <a:lnTo>
                      <a:pt x="3075774" y="637237"/>
                    </a:lnTo>
                    <a:lnTo>
                      <a:pt x="3086186" y="660889"/>
                    </a:lnTo>
                    <a:lnTo>
                      <a:pt x="3092446" y="691441"/>
                    </a:lnTo>
                    <a:lnTo>
                      <a:pt x="3094080" y="726287"/>
                    </a:lnTo>
                    <a:lnTo>
                      <a:pt x="3090615" y="762817"/>
                    </a:lnTo>
                    <a:lnTo>
                      <a:pt x="3081576" y="798425"/>
                    </a:lnTo>
                    <a:lnTo>
                      <a:pt x="3066492" y="830503"/>
                    </a:lnTo>
                    <a:lnTo>
                      <a:pt x="3044888" y="856442"/>
                    </a:lnTo>
                    <a:lnTo>
                      <a:pt x="3041186" y="893493"/>
                    </a:lnTo>
                    <a:lnTo>
                      <a:pt x="3028738" y="944243"/>
                    </a:lnTo>
                    <a:lnTo>
                      <a:pt x="3007278" y="1000471"/>
                    </a:lnTo>
                    <a:lnTo>
                      <a:pt x="2976537" y="1053952"/>
                    </a:lnTo>
                    <a:lnTo>
                      <a:pt x="2977959" y="1054968"/>
                    </a:lnTo>
                    <a:lnTo>
                      <a:pt x="2989701" y="1088300"/>
                    </a:lnTo>
                    <a:lnTo>
                      <a:pt x="3003280" y="1125111"/>
                    </a:lnTo>
                    <a:lnTo>
                      <a:pt x="3017825" y="1163407"/>
                    </a:lnTo>
                    <a:lnTo>
                      <a:pt x="3032467" y="1201196"/>
                    </a:lnTo>
                    <a:lnTo>
                      <a:pt x="3047332" y="1239562"/>
                    </a:lnTo>
                    <a:lnTo>
                      <a:pt x="3056793" y="1263664"/>
                    </a:lnTo>
                    <a:lnTo>
                      <a:pt x="3061784" y="1276170"/>
                    </a:lnTo>
                    <a:lnTo>
                      <a:pt x="3063239" y="1279746"/>
                    </a:lnTo>
                  </a:path>
                  <a:path w="4754880" h="3530600">
                    <a:moveTo>
                      <a:pt x="1404378" y="1973610"/>
                    </a:moveTo>
                    <a:lnTo>
                      <a:pt x="1373090" y="1945446"/>
                    </a:lnTo>
                    <a:lnTo>
                      <a:pt x="1348871" y="1905897"/>
                    </a:lnTo>
                    <a:lnTo>
                      <a:pt x="1332249" y="1858919"/>
                    </a:lnTo>
                    <a:lnTo>
                      <a:pt x="1323750" y="1808467"/>
                    </a:lnTo>
                    <a:lnTo>
                      <a:pt x="1323898" y="1758498"/>
                    </a:lnTo>
                    <a:lnTo>
                      <a:pt x="1332468" y="1736451"/>
                    </a:lnTo>
                    <a:lnTo>
                      <a:pt x="1350041" y="1723130"/>
                    </a:lnTo>
                    <a:lnTo>
                      <a:pt x="1371844" y="1720412"/>
                    </a:lnTo>
                    <a:lnTo>
                      <a:pt x="1393101" y="1730177"/>
                    </a:lnTo>
                    <a:lnTo>
                      <a:pt x="1425878" y="1759572"/>
                    </a:lnTo>
                    <a:lnTo>
                      <a:pt x="1461269" y="1794748"/>
                    </a:lnTo>
                    <a:lnTo>
                      <a:pt x="1496002" y="1834347"/>
                    </a:lnTo>
                    <a:lnTo>
                      <a:pt x="1526802" y="1877014"/>
                    </a:lnTo>
                    <a:lnTo>
                      <a:pt x="1550396" y="1921394"/>
                    </a:lnTo>
                    <a:lnTo>
                      <a:pt x="1563509" y="1966130"/>
                    </a:lnTo>
                    <a:lnTo>
                      <a:pt x="1567583" y="2010644"/>
                    </a:lnTo>
                    <a:lnTo>
                      <a:pt x="1567449" y="2056324"/>
                    </a:lnTo>
                    <a:lnTo>
                      <a:pt x="1564474" y="2102986"/>
                    </a:lnTo>
                    <a:lnTo>
                      <a:pt x="1560025" y="2150444"/>
                    </a:lnTo>
                    <a:lnTo>
                      <a:pt x="1555469" y="2198515"/>
                    </a:lnTo>
                    <a:lnTo>
                      <a:pt x="1552172" y="2247015"/>
                    </a:lnTo>
                    <a:lnTo>
                      <a:pt x="1551502" y="2295760"/>
                    </a:lnTo>
                    <a:lnTo>
                      <a:pt x="1554826" y="2344564"/>
                    </a:lnTo>
                    <a:lnTo>
                      <a:pt x="1563509" y="2393244"/>
                    </a:lnTo>
                  </a:path>
                  <a:path w="4754880" h="3530600">
                    <a:moveTo>
                      <a:pt x="1625447" y="2445326"/>
                    </a:moveTo>
                    <a:lnTo>
                      <a:pt x="1637372" y="2402148"/>
                    </a:lnTo>
                    <a:lnTo>
                      <a:pt x="1658962" y="2326853"/>
                    </a:lnTo>
                    <a:lnTo>
                      <a:pt x="1672926" y="2279702"/>
                    </a:lnTo>
                    <a:lnTo>
                      <a:pt x="1688759" y="2227569"/>
                    </a:lnTo>
                    <a:lnTo>
                      <a:pt x="1706281" y="2171470"/>
                    </a:lnTo>
                    <a:lnTo>
                      <a:pt x="1725309" y="2112421"/>
                    </a:lnTo>
                    <a:lnTo>
                      <a:pt x="1745660" y="2051438"/>
                    </a:lnTo>
                    <a:lnTo>
                      <a:pt x="1767154" y="1989536"/>
                    </a:lnTo>
                    <a:lnTo>
                      <a:pt x="1789607" y="1927732"/>
                    </a:lnTo>
                    <a:lnTo>
                      <a:pt x="1812838" y="1867041"/>
                    </a:lnTo>
                    <a:lnTo>
                      <a:pt x="1836665" y="1808479"/>
                    </a:lnTo>
                    <a:lnTo>
                      <a:pt x="1860905" y="1753062"/>
                    </a:lnTo>
                    <a:lnTo>
                      <a:pt x="1884056" y="1704416"/>
                    </a:lnTo>
                    <a:lnTo>
                      <a:pt x="1907599" y="1659693"/>
                    </a:lnTo>
                    <a:lnTo>
                      <a:pt x="1931880" y="1618674"/>
                    </a:lnTo>
                    <a:lnTo>
                      <a:pt x="1957246" y="1581140"/>
                    </a:lnTo>
                    <a:lnTo>
                      <a:pt x="1984043" y="1546871"/>
                    </a:lnTo>
                    <a:lnTo>
                      <a:pt x="2012617" y="1515650"/>
                    </a:lnTo>
                    <a:lnTo>
                      <a:pt x="2043314" y="1487258"/>
                    </a:lnTo>
                    <a:lnTo>
                      <a:pt x="2076480" y="1461475"/>
                    </a:lnTo>
                    <a:lnTo>
                      <a:pt x="2112461" y="1438082"/>
                    </a:lnTo>
                    <a:lnTo>
                      <a:pt x="2151603" y="1416862"/>
                    </a:lnTo>
                    <a:lnTo>
                      <a:pt x="2194252" y="1397594"/>
                    </a:lnTo>
                    <a:lnTo>
                      <a:pt x="2240754" y="1380060"/>
                    </a:lnTo>
                    <a:lnTo>
                      <a:pt x="2291456" y="1364041"/>
                    </a:lnTo>
                    <a:lnTo>
                      <a:pt x="2346704" y="1349319"/>
                    </a:lnTo>
                    <a:lnTo>
                      <a:pt x="2406843" y="1335674"/>
                    </a:lnTo>
                    <a:lnTo>
                      <a:pt x="2472220" y="1322888"/>
                    </a:lnTo>
                    <a:lnTo>
                      <a:pt x="2500607" y="1343887"/>
                    </a:lnTo>
                    <a:lnTo>
                      <a:pt x="2533644" y="1364483"/>
                    </a:lnTo>
                    <a:lnTo>
                      <a:pt x="2570679" y="1384078"/>
                    </a:lnTo>
                    <a:lnTo>
                      <a:pt x="2611061" y="1402071"/>
                    </a:lnTo>
                    <a:lnTo>
                      <a:pt x="2654136" y="1417864"/>
                    </a:lnTo>
                    <a:lnTo>
                      <a:pt x="2699252" y="1430856"/>
                    </a:lnTo>
                    <a:lnTo>
                      <a:pt x="2745758" y="1440449"/>
                    </a:lnTo>
                    <a:lnTo>
                      <a:pt x="2793001" y="1446043"/>
                    </a:lnTo>
                    <a:lnTo>
                      <a:pt x="2840329" y="1447039"/>
                    </a:lnTo>
                    <a:lnTo>
                      <a:pt x="2887089" y="1442838"/>
                    </a:lnTo>
                    <a:lnTo>
                      <a:pt x="2932630" y="1432839"/>
                    </a:lnTo>
                    <a:lnTo>
                      <a:pt x="2976299" y="1416444"/>
                    </a:lnTo>
                    <a:lnTo>
                      <a:pt x="3017444" y="1393053"/>
                    </a:lnTo>
                    <a:lnTo>
                      <a:pt x="3055413" y="1362068"/>
                    </a:lnTo>
                    <a:lnTo>
                      <a:pt x="3089554" y="1322888"/>
                    </a:lnTo>
                    <a:lnTo>
                      <a:pt x="3131055" y="1329687"/>
                    </a:lnTo>
                    <a:lnTo>
                      <a:pt x="3173218" y="1337681"/>
                    </a:lnTo>
                    <a:lnTo>
                      <a:pt x="3215913" y="1346955"/>
                    </a:lnTo>
                    <a:lnTo>
                      <a:pt x="3259011" y="1357592"/>
                    </a:lnTo>
                    <a:lnTo>
                      <a:pt x="3302384" y="1369675"/>
                    </a:lnTo>
                    <a:lnTo>
                      <a:pt x="3345903" y="1383288"/>
                    </a:lnTo>
                    <a:lnTo>
                      <a:pt x="3389438" y="1398516"/>
                    </a:lnTo>
                    <a:lnTo>
                      <a:pt x="3432860" y="1415441"/>
                    </a:lnTo>
                    <a:lnTo>
                      <a:pt x="3476040" y="1434148"/>
                    </a:lnTo>
                    <a:lnTo>
                      <a:pt x="3518849" y="1454721"/>
                    </a:lnTo>
                    <a:lnTo>
                      <a:pt x="3561159" y="1477242"/>
                    </a:lnTo>
                    <a:lnTo>
                      <a:pt x="3602839" y="1501796"/>
                    </a:lnTo>
                    <a:lnTo>
                      <a:pt x="3643762" y="1528466"/>
                    </a:lnTo>
                    <a:lnTo>
                      <a:pt x="3683797" y="1557337"/>
                    </a:lnTo>
                    <a:lnTo>
                      <a:pt x="3722817" y="1588492"/>
                    </a:lnTo>
                    <a:lnTo>
                      <a:pt x="3760691" y="1622014"/>
                    </a:lnTo>
                    <a:lnTo>
                      <a:pt x="3797291" y="1657988"/>
                    </a:lnTo>
                    <a:lnTo>
                      <a:pt x="3832487" y="1696497"/>
                    </a:lnTo>
                    <a:lnTo>
                      <a:pt x="3866151" y="1737625"/>
                    </a:lnTo>
                    <a:lnTo>
                      <a:pt x="3898154" y="1781456"/>
                    </a:lnTo>
                    <a:lnTo>
                      <a:pt x="3928366" y="1828073"/>
                    </a:lnTo>
                    <a:lnTo>
                      <a:pt x="3956659" y="1877560"/>
                    </a:lnTo>
                    <a:lnTo>
                      <a:pt x="3987958" y="1941695"/>
                    </a:lnTo>
                    <a:lnTo>
                      <a:pt x="4016528" y="2011810"/>
                    </a:lnTo>
                    <a:lnTo>
                      <a:pt x="4029816" y="2049020"/>
                    </a:lnTo>
                    <a:lnTo>
                      <a:pt x="4042454" y="2087617"/>
                    </a:lnTo>
                    <a:lnTo>
                      <a:pt x="4054451" y="2127565"/>
                    </a:lnTo>
                    <a:lnTo>
                      <a:pt x="4065818" y="2168827"/>
                    </a:lnTo>
                    <a:lnTo>
                      <a:pt x="4076567" y="2211367"/>
                    </a:lnTo>
                    <a:lnTo>
                      <a:pt x="4086707" y="2255149"/>
                    </a:lnTo>
                    <a:lnTo>
                      <a:pt x="4096249" y="2300138"/>
                    </a:lnTo>
                    <a:lnTo>
                      <a:pt x="4105204" y="2346296"/>
                    </a:lnTo>
                    <a:lnTo>
                      <a:pt x="4113582" y="2393588"/>
                    </a:lnTo>
                    <a:lnTo>
                      <a:pt x="4121394" y="2441977"/>
                    </a:lnTo>
                    <a:lnTo>
                      <a:pt x="4128650" y="2491428"/>
                    </a:lnTo>
                    <a:lnTo>
                      <a:pt x="4135361" y="2541903"/>
                    </a:lnTo>
                    <a:lnTo>
                      <a:pt x="4141537" y="2593368"/>
                    </a:lnTo>
                    <a:lnTo>
                      <a:pt x="4147190" y="2645786"/>
                    </a:lnTo>
                    <a:lnTo>
                      <a:pt x="4152328" y="2699121"/>
                    </a:lnTo>
                    <a:lnTo>
                      <a:pt x="4156964" y="2753336"/>
                    </a:lnTo>
                    <a:lnTo>
                      <a:pt x="4161108" y="2808396"/>
                    </a:lnTo>
                    <a:lnTo>
                      <a:pt x="4164770" y="2864264"/>
                    </a:lnTo>
                    <a:lnTo>
                      <a:pt x="4167960" y="2920904"/>
                    </a:lnTo>
                    <a:lnTo>
                      <a:pt x="4170690" y="2978280"/>
                    </a:lnTo>
                    <a:lnTo>
                      <a:pt x="4172970" y="3036355"/>
                    </a:lnTo>
                    <a:lnTo>
                      <a:pt x="4174810" y="3095095"/>
                    </a:lnTo>
                    <a:lnTo>
                      <a:pt x="4176221" y="3154462"/>
                    </a:lnTo>
                    <a:lnTo>
                      <a:pt x="4177213" y="3214420"/>
                    </a:lnTo>
                    <a:lnTo>
                      <a:pt x="4177798" y="3274934"/>
                    </a:lnTo>
                    <a:lnTo>
                      <a:pt x="4177985" y="3335966"/>
                    </a:lnTo>
                    <a:lnTo>
                      <a:pt x="4177785" y="3397482"/>
                    </a:lnTo>
                    <a:lnTo>
                      <a:pt x="4177209" y="3459444"/>
                    </a:lnTo>
                    <a:lnTo>
                      <a:pt x="4176267" y="3521816"/>
                    </a:lnTo>
                  </a:path>
                  <a:path w="4754880" h="3530600">
                    <a:moveTo>
                      <a:pt x="1915972" y="3235254"/>
                    </a:moveTo>
                    <a:lnTo>
                      <a:pt x="1890416" y="3285065"/>
                    </a:lnTo>
                    <a:lnTo>
                      <a:pt x="1852986" y="3321441"/>
                    </a:lnTo>
                    <a:lnTo>
                      <a:pt x="1805889" y="3344190"/>
                    </a:lnTo>
                    <a:lnTo>
                      <a:pt x="1751326" y="3353118"/>
                    </a:lnTo>
                    <a:lnTo>
                      <a:pt x="1721934" y="3352339"/>
                    </a:lnTo>
                    <a:lnTo>
                      <a:pt x="1660307" y="3340174"/>
                    </a:lnTo>
                    <a:lnTo>
                      <a:pt x="1596724" y="3313706"/>
                    </a:lnTo>
                    <a:lnTo>
                      <a:pt x="1533391" y="3272742"/>
                    </a:lnTo>
                    <a:lnTo>
                      <a:pt x="1502506" y="3246763"/>
                    </a:lnTo>
                    <a:lnTo>
                      <a:pt x="1472509" y="3217088"/>
                    </a:lnTo>
                    <a:lnTo>
                      <a:pt x="1443677" y="3183693"/>
                    </a:lnTo>
                    <a:lnTo>
                      <a:pt x="1416284" y="3146552"/>
                    </a:lnTo>
                    <a:lnTo>
                      <a:pt x="1390606" y="3105643"/>
                    </a:lnTo>
                    <a:lnTo>
                      <a:pt x="1366919" y="3060941"/>
                    </a:lnTo>
                    <a:lnTo>
                      <a:pt x="1345498" y="3012422"/>
                    </a:lnTo>
                    <a:lnTo>
                      <a:pt x="1326618" y="2960062"/>
                    </a:lnTo>
                    <a:lnTo>
                      <a:pt x="1310555" y="2903836"/>
                    </a:lnTo>
                    <a:lnTo>
                      <a:pt x="1297585" y="2843721"/>
                    </a:lnTo>
                    <a:lnTo>
                      <a:pt x="1287983" y="2779692"/>
                    </a:lnTo>
                    <a:lnTo>
                      <a:pt x="1586636" y="2360795"/>
                    </a:lnTo>
                  </a:path>
                  <a:path w="4754880" h="3530600">
                    <a:moveTo>
                      <a:pt x="2812503" y="1162918"/>
                    </a:moveTo>
                    <a:lnTo>
                      <a:pt x="2772079" y="1192164"/>
                    </a:lnTo>
                    <a:lnTo>
                      <a:pt x="2728530" y="1215289"/>
                    </a:lnTo>
                    <a:lnTo>
                      <a:pt x="2682470" y="1232168"/>
                    </a:lnTo>
                    <a:lnTo>
                      <a:pt x="2634510" y="1242679"/>
                    </a:lnTo>
                    <a:lnTo>
                      <a:pt x="2585262" y="1246697"/>
                    </a:lnTo>
                    <a:lnTo>
                      <a:pt x="2535339" y="1244097"/>
                    </a:lnTo>
                  </a:path>
                  <a:path w="4754880" h="3530600">
                    <a:moveTo>
                      <a:pt x="1586636" y="2360795"/>
                    </a:moveTo>
                    <a:lnTo>
                      <a:pt x="1826704" y="2883718"/>
                    </a:lnTo>
                  </a:path>
                  <a:path w="4754880" h="3530600">
                    <a:moveTo>
                      <a:pt x="4754549" y="3521816"/>
                    </a:moveTo>
                    <a:lnTo>
                      <a:pt x="1219873" y="3530592"/>
                    </a:lnTo>
                  </a:path>
                  <a:path w="4754880" h="3530600">
                    <a:moveTo>
                      <a:pt x="1915972" y="3492772"/>
                    </a:moveTo>
                    <a:lnTo>
                      <a:pt x="1915972" y="2361138"/>
                    </a:lnTo>
                  </a:path>
                  <a:path w="4754880" h="3530600">
                    <a:moveTo>
                      <a:pt x="3749573" y="3530592"/>
                    </a:moveTo>
                    <a:lnTo>
                      <a:pt x="3749573" y="2361138"/>
                    </a:lnTo>
                  </a:path>
                  <a:path w="4754880" h="3530600">
                    <a:moveTo>
                      <a:pt x="839444" y="2526733"/>
                    </a:moveTo>
                    <a:lnTo>
                      <a:pt x="416801" y="2218530"/>
                    </a:lnTo>
                    <a:lnTo>
                      <a:pt x="0" y="1914568"/>
                    </a:lnTo>
                  </a:path>
                  <a:path w="4754880" h="3530600">
                    <a:moveTo>
                      <a:pt x="2473756" y="1322888"/>
                    </a:moveTo>
                    <a:lnTo>
                      <a:pt x="2482996" y="1299072"/>
                    </a:lnTo>
                    <a:lnTo>
                      <a:pt x="2488237" y="1282144"/>
                    </a:lnTo>
                    <a:lnTo>
                      <a:pt x="2491426" y="1264014"/>
                    </a:lnTo>
                    <a:lnTo>
                      <a:pt x="2494508" y="1236591"/>
                    </a:lnTo>
                  </a:path>
                  <a:path w="4754880" h="3530600">
                    <a:moveTo>
                      <a:pt x="883475" y="853140"/>
                    </a:moveTo>
                    <a:lnTo>
                      <a:pt x="1599730" y="1375021"/>
                    </a:lnTo>
                  </a:path>
                </a:pathLst>
              </a:custGeom>
              <a:ln w="25400">
                <a:solidFill>
                  <a:srgbClr val="003B54"/>
                </a:solidFill>
                <a:prstDash val="solid"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0662A86-602F-CB67-EEEE-6818C37367E0}"/>
              </a:ext>
            </a:extLst>
          </p:cNvPr>
          <p:cNvSpPr/>
          <p:nvPr/>
        </p:nvSpPr>
        <p:spPr>
          <a:xfrm>
            <a:off x="12627429" y="4673988"/>
            <a:ext cx="7476671" cy="1708484"/>
          </a:xfrm>
          <a:prstGeom prst="rect">
            <a:avLst/>
          </a:prstGeom>
          <a:gradFill flip="none" rotWithShape="1">
            <a:gsLst>
              <a:gs pos="0">
                <a:srgbClr val="8BC751">
                  <a:alpha val="45000"/>
                </a:srgbClr>
              </a:gs>
              <a:gs pos="55000">
                <a:srgbClr val="8BC751">
                  <a:alpha val="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900D12-5F20-EE21-3C8A-58ECAD4211F1}"/>
              </a:ext>
            </a:extLst>
          </p:cNvPr>
          <p:cNvSpPr/>
          <p:nvPr/>
        </p:nvSpPr>
        <p:spPr>
          <a:xfrm>
            <a:off x="12627429" y="844124"/>
            <a:ext cx="7476671" cy="1708484"/>
          </a:xfrm>
          <a:prstGeom prst="rect">
            <a:avLst/>
          </a:prstGeom>
          <a:gradFill flip="none" rotWithShape="1">
            <a:gsLst>
              <a:gs pos="0">
                <a:srgbClr val="00809A">
                  <a:alpha val="45000"/>
                </a:srgbClr>
              </a:gs>
              <a:gs pos="53000">
                <a:srgbClr val="00809A">
                  <a:alpha val="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29A097A-091E-B903-DAFA-3C256823B8BA}"/>
              </a:ext>
            </a:extLst>
          </p:cNvPr>
          <p:cNvSpPr txBox="1"/>
          <p:nvPr/>
        </p:nvSpPr>
        <p:spPr>
          <a:xfrm>
            <a:off x="12976057" y="4928066"/>
            <a:ext cx="46442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300" spc="-360">
                <a:solidFill>
                  <a:srgbClr val="003D56"/>
                </a:solidFill>
                <a:latin typeface="Arial Black" panose="020B0A04020102020204" pitchFamily="34" charset="0"/>
              </a:rPr>
              <a:t>Réponse automatisée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F8665D1-2C7D-E3B8-A616-3AFE7A1EC27C}"/>
              </a:ext>
            </a:extLst>
          </p:cNvPr>
          <p:cNvSpPr txBox="1"/>
          <p:nvPr/>
        </p:nvSpPr>
        <p:spPr>
          <a:xfrm>
            <a:off x="12961544" y="1105552"/>
            <a:ext cx="23628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300" spc="-360">
                <a:solidFill>
                  <a:srgbClr val="003D56"/>
                </a:solidFill>
                <a:latin typeface="Arial Black" panose="020B0A04020102020204" pitchFamily="34" charset="0"/>
              </a:rPr>
              <a:t>Détection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5E1452-A492-73F2-146E-6C5B3331AF20}"/>
              </a:ext>
            </a:extLst>
          </p:cNvPr>
          <p:cNvSpPr/>
          <p:nvPr/>
        </p:nvSpPr>
        <p:spPr>
          <a:xfrm>
            <a:off x="12627429" y="8398287"/>
            <a:ext cx="7476671" cy="1708484"/>
          </a:xfrm>
          <a:prstGeom prst="rect">
            <a:avLst/>
          </a:prstGeom>
          <a:gradFill flip="none" rotWithShape="1">
            <a:gsLst>
              <a:gs pos="0">
                <a:srgbClr val="F2DC7E">
                  <a:alpha val="45000"/>
                </a:srgbClr>
              </a:gs>
              <a:gs pos="55000">
                <a:srgbClr val="F2DC7E">
                  <a:alpha val="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323CFF8-3541-CE58-CBE5-AE7A73215C57}"/>
              </a:ext>
            </a:extLst>
          </p:cNvPr>
          <p:cNvSpPr txBox="1"/>
          <p:nvPr/>
        </p:nvSpPr>
        <p:spPr>
          <a:xfrm>
            <a:off x="12976056" y="8652365"/>
            <a:ext cx="28590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300" spc="-360">
                <a:solidFill>
                  <a:srgbClr val="003D56"/>
                </a:solidFill>
                <a:latin typeface="Arial Black" panose="020B0A04020102020204" pitchFamily="34" charset="0"/>
              </a:rPr>
              <a:t>Remédiation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F90B818-B744-FD81-AB84-6378EC034B5A}"/>
              </a:ext>
            </a:extLst>
          </p:cNvPr>
          <p:cNvSpPr txBox="1"/>
          <p:nvPr/>
        </p:nvSpPr>
        <p:spPr>
          <a:xfrm>
            <a:off x="12961544" y="9431237"/>
            <a:ext cx="680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003D56"/>
                </a:solidFill>
                <a:latin typeface="Arial MT"/>
              </a:rPr>
              <a:t>N/A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76F6387-5948-3523-21E8-7B241A09E4E6}"/>
              </a:ext>
            </a:extLst>
          </p:cNvPr>
          <p:cNvSpPr txBox="1"/>
          <p:nvPr/>
        </p:nvSpPr>
        <p:spPr>
          <a:xfrm>
            <a:off x="12961544" y="5807968"/>
            <a:ext cx="680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003D56"/>
                </a:solidFill>
                <a:latin typeface="Arial MT"/>
              </a:rPr>
              <a:t>N/A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3671834-EA1C-9595-2F5D-4DE9B08D7FA6}"/>
              </a:ext>
            </a:extLst>
          </p:cNvPr>
          <p:cNvSpPr txBox="1"/>
          <p:nvPr/>
        </p:nvSpPr>
        <p:spPr>
          <a:xfrm>
            <a:off x="12961544" y="1781304"/>
            <a:ext cx="680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003D56"/>
                </a:solidFill>
                <a:latin typeface="Arial MT"/>
              </a:rPr>
              <a:t>N/A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FE9C22FD-B4F1-40E2-4F77-ECE6FE046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</p:spPr>
        <p:txBody>
          <a:bodyPr/>
          <a:lstStyle/>
          <a:p>
            <a:r>
              <a:rPr lang="fr-FR" dirty="0"/>
              <a:t>Confidentiel – COSEC</a:t>
            </a:r>
          </a:p>
        </p:txBody>
      </p:sp>
    </p:spTree>
    <p:extLst>
      <p:ext uri="{BB962C8B-B14F-4D97-AF65-F5344CB8AC3E}">
        <p14:creationId xmlns:p14="http://schemas.microsoft.com/office/powerpoint/2010/main" val="103733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32E5F05-8B9B-2077-D55A-4E8A8E5172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Les incidents du mois par source de log et par occurrence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488C8E-F99C-2D48-31C7-2525C9154F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ETAT DE LA SURVEILLANCE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453A33-BDCC-7787-C1A7-DD3DFB9DE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0A7D0E-5799-A4AC-8189-8A70920F8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Confidentiel – COSEC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8415B6F-5734-A322-2E3E-378E7C15E40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64D35D0-50BB-43BE-A101-1F7EB7759A12}" type="datetime1">
              <a:rPr lang="fr-FR" smtClean="0"/>
              <a:t>28/07/2026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27BB274-164D-DD31-2DDF-111C52E65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Les incidents du mois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7EF75A-8F7A-DAD2-1C44-10810D779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ETAT DE LA SURVEILLANCE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9B4BCC-5252-E9AA-FBCB-4582A7949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8A45B4-0DF7-7989-B4D3-2CD9C8972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Confidentiel – COSEC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8A1605D-76E0-C94E-8A25-70FC9DD6B5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64D35D0-50BB-43BE-A101-1F7EB7759A12}" type="datetime1">
              <a:rPr lang="fr-FR" smtClean="0"/>
              <a:t>28/07/2026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2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7ACC312-92C4-7310-76D0-4A9988BBF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Dépassement des SLA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383F05-9DBF-A74B-B47E-FA88C6892D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ETAT DE LA SURVEILLANCE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7B2031-2228-1E5B-F0EC-AD3DA40D4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765237-C6F1-45A6-048B-A2AC496F8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Confidentiel – COSEC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17F9936-0C28-3E57-FA45-454EEC84AF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64D35D0-50BB-43BE-A101-1F7EB7759A12}" type="datetime1">
              <a:rPr lang="fr-FR" smtClean="0"/>
              <a:t>28/07/2026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9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DB69-C2FF-D6D6-6A7E-BC611CD3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D5E51C-AD70-0A21-A8AA-958CFEB2FD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ETAT DE LA SURVEILLANCE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746635-AB79-9C99-FCC8-0C8381BBC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Vos règles SIEM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C5B9E3D-9228-328F-AFC3-13BDA8E295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602464E-C014-458D-AAF3-4161D816C79F}" type="datetime1">
              <a:rPr lang="fr-FR" smtClean="0"/>
              <a:t>28/07/2026</a:t>
            </a:fld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0A09393-738F-9677-4610-52AA91FA9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5</a:t>
            </a:fld>
            <a:endParaRPr lang="fr-FR"/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F7C514B5-17D3-5E7B-58CE-870C601B104A}"/>
              </a:ext>
            </a:extLst>
          </p:cNvPr>
          <p:cNvSpPr txBox="1"/>
          <p:nvPr/>
        </p:nvSpPr>
        <p:spPr>
          <a:xfrm>
            <a:off x="82773" y="6715210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Persistence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b="1" spc="-20" dirty="0">
              <a:solidFill>
                <a:srgbClr val="8BC751"/>
              </a:solidFill>
              <a:latin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35A327E2-AE51-66FD-40E2-FBB1FD578F87}"/>
              </a:ext>
            </a:extLst>
          </p:cNvPr>
          <p:cNvSpPr txBox="1"/>
          <p:nvPr/>
        </p:nvSpPr>
        <p:spPr>
          <a:xfrm>
            <a:off x="10158171" y="4605436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Collection</a:t>
            </a: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40617A6E-E5F6-69FD-3C58-19E121CE880B}"/>
              </a:ext>
            </a:extLst>
          </p:cNvPr>
          <p:cNvSpPr txBox="1"/>
          <p:nvPr/>
        </p:nvSpPr>
        <p:spPr>
          <a:xfrm>
            <a:off x="5123038" y="6715210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Credential</a:t>
            </a:r>
            <a:r>
              <a:rPr kumimoji="0" lang="fr-FR" sz="2450" b="0" i="0" u="none" strike="noStrike" kern="0" cap="none" spc="-125" normalizeH="0" baseline="0" noProof="0" dirty="0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 </a:t>
            </a: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access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b="1" spc="-20" dirty="0">
              <a:solidFill>
                <a:srgbClr val="8BC751"/>
              </a:solidFill>
              <a:latin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7">
            <a:extLst>
              <a:ext uri="{FF2B5EF4-FFF2-40B4-BE49-F238E27FC236}">
                <a16:creationId xmlns:a16="http://schemas.microsoft.com/office/drawing/2014/main" id="{8CE17D05-60E6-8D3F-4823-61D24FEEB2F8}"/>
              </a:ext>
            </a:extLst>
          </p:cNvPr>
          <p:cNvSpPr txBox="1"/>
          <p:nvPr/>
        </p:nvSpPr>
        <p:spPr>
          <a:xfrm>
            <a:off x="5105785" y="4605436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Defense</a:t>
            </a:r>
            <a:r>
              <a:rPr kumimoji="0" lang="fr-FR" sz="2450" b="0" i="0" u="none" strike="noStrike" kern="0" cap="none" spc="-125" normalizeH="0" baseline="0" noProof="0" dirty="0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 </a:t>
            </a: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evasion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437D7329-74D7-C4D1-F52E-FC9D4FAB0FF8}"/>
              </a:ext>
            </a:extLst>
          </p:cNvPr>
          <p:cNvSpPr txBox="1"/>
          <p:nvPr/>
        </p:nvSpPr>
        <p:spPr>
          <a:xfrm>
            <a:off x="10130691" y="2520852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Discovery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8F23420E-9AD9-1A4A-9F76-FF8339380147}"/>
              </a:ext>
            </a:extLst>
          </p:cNvPr>
          <p:cNvSpPr txBox="1"/>
          <p:nvPr/>
        </p:nvSpPr>
        <p:spPr>
          <a:xfrm>
            <a:off x="78600" y="4605436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marR="0" lvl="0" indent="0" algn="just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50" b="0" i="0" u="none" strike="noStrike" kern="0" cap="none" spc="-125" normalizeH="0" baseline="0" noProof="0" dirty="0" err="1">
                <a:ln>
                  <a:noFill/>
                </a:ln>
                <a:solidFill>
                  <a:srgbClr val="003E56"/>
                </a:solidFill>
                <a:effectLst/>
                <a:uLnTx/>
                <a:uFillTx/>
                <a:latin typeface="Arial Black"/>
                <a:cs typeface="Arial Black"/>
              </a:rPr>
              <a:t>Execution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4A380C8-16D3-5921-3DC4-FB6CCD3BE434}"/>
              </a:ext>
            </a:extLst>
          </p:cNvPr>
          <p:cNvSpPr txBox="1"/>
          <p:nvPr/>
        </p:nvSpPr>
        <p:spPr>
          <a:xfrm>
            <a:off x="10147944" y="6715210"/>
            <a:ext cx="4762095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450" spc="-125" dirty="0">
                <a:solidFill>
                  <a:srgbClr val="003E56"/>
                </a:solidFill>
                <a:latin typeface="Arial Black"/>
                <a:cs typeface="Arial Black"/>
              </a:rPr>
              <a:t>Command and control</a:t>
            </a:r>
            <a:endParaRPr sz="2450" dirty="0"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 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0FF7D02B-6CD5-7385-7E34-0D6CE03E7387}"/>
              </a:ext>
            </a:extLst>
          </p:cNvPr>
          <p:cNvSpPr txBox="1"/>
          <p:nvPr/>
        </p:nvSpPr>
        <p:spPr>
          <a:xfrm>
            <a:off x="15157834" y="4605436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450" spc="-125" dirty="0">
                <a:solidFill>
                  <a:srgbClr val="003E56"/>
                </a:solidFill>
                <a:latin typeface="Arial Black"/>
                <a:cs typeface="Arial Black"/>
              </a:rPr>
              <a:t>Impact</a:t>
            </a:r>
            <a:endParaRPr sz="2450" dirty="0"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</a:t>
            </a: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00A04CF4-3561-7F61-A335-09EC156B3AB1}"/>
              </a:ext>
            </a:extLst>
          </p:cNvPr>
          <p:cNvSpPr txBox="1"/>
          <p:nvPr/>
        </p:nvSpPr>
        <p:spPr>
          <a:xfrm>
            <a:off x="15157835" y="2520852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450" spc="-125" dirty="0">
                <a:solidFill>
                  <a:srgbClr val="003E56"/>
                </a:solidFill>
                <a:latin typeface="Arial Black"/>
                <a:cs typeface="Arial Black"/>
              </a:rPr>
              <a:t>Exfiltration</a:t>
            </a:r>
            <a:endParaRPr lang="fr-FR" sz="2450" dirty="0"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</a:t>
            </a: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4172B041-E630-2F5B-E413-D1A7139DE30B}"/>
              </a:ext>
            </a:extLst>
          </p:cNvPr>
          <p:cNvSpPr txBox="1"/>
          <p:nvPr/>
        </p:nvSpPr>
        <p:spPr>
          <a:xfrm>
            <a:off x="5113410" y="2520852"/>
            <a:ext cx="4860000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spcBef>
                <a:spcPts val="595"/>
              </a:spcBef>
              <a:defRPr/>
            </a:pPr>
            <a:r>
              <a:rPr lang="fr-FR" sz="2450" spc="-125" dirty="0" err="1">
                <a:solidFill>
                  <a:srgbClr val="003E56"/>
                </a:solidFill>
                <a:latin typeface="Arial Black"/>
                <a:cs typeface="Arial Black"/>
              </a:rPr>
              <a:t>Privilege</a:t>
            </a:r>
            <a:r>
              <a:rPr lang="fr-FR" sz="2450" spc="-125" dirty="0">
                <a:solidFill>
                  <a:srgbClr val="003E56"/>
                </a:solidFill>
                <a:latin typeface="Arial Black"/>
                <a:cs typeface="Arial Black"/>
              </a:rPr>
              <a:t> </a:t>
            </a:r>
            <a:r>
              <a:rPr lang="fr-FR" sz="2450" spc="-125" dirty="0" err="1">
                <a:solidFill>
                  <a:srgbClr val="003E56"/>
                </a:solidFill>
                <a:latin typeface="Arial Black"/>
                <a:cs typeface="Arial Black"/>
              </a:rPr>
              <a:t>escalation</a:t>
            </a:r>
            <a:endParaRPr kumimoji="0" lang="fr-FR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3BA40B1A-0477-4391-ECA5-3EDD56AD06B7}"/>
              </a:ext>
            </a:extLst>
          </p:cNvPr>
          <p:cNvSpPr txBox="1"/>
          <p:nvPr/>
        </p:nvSpPr>
        <p:spPr>
          <a:xfrm>
            <a:off x="96129" y="2517353"/>
            <a:ext cx="4860000" cy="1699824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spcBef>
                <a:spcPts val="595"/>
              </a:spcBef>
              <a:defRPr/>
            </a:pPr>
            <a:r>
              <a:rPr lang="fr-FR" sz="2400" spc="-125" dirty="0">
                <a:solidFill>
                  <a:srgbClr val="003E56"/>
                </a:solidFill>
                <a:latin typeface="Arial Black"/>
                <a:cs typeface="Arial Black"/>
              </a:rPr>
              <a:t>Initial </a:t>
            </a:r>
            <a:r>
              <a:rPr lang="fr-FR" sz="2400" spc="-125" dirty="0" err="1">
                <a:solidFill>
                  <a:srgbClr val="003E56"/>
                </a:solidFill>
                <a:latin typeface="Arial Black"/>
                <a:cs typeface="Arial Black"/>
              </a:rPr>
              <a:t>access</a:t>
            </a:r>
            <a:endParaRPr lang="fr-FR" sz="2400" spc="-125" dirty="0">
              <a:solidFill>
                <a:srgbClr val="003E56"/>
              </a:solidFill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  <a:defRPr/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kumimoji="0" lang="fr-FR" sz="2050" b="1" i="0" u="none" strike="noStrike" kern="0" cap="none" spc="-20" normalizeH="0" baseline="0" noProof="0" dirty="0">
              <a:ln>
                <a:noFill/>
              </a:ln>
              <a:solidFill>
                <a:srgbClr val="8BC751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ABF63965-0C7B-C2A5-8BE6-EE34D6D209AA}"/>
              </a:ext>
            </a:extLst>
          </p:cNvPr>
          <p:cNvSpPr txBox="1"/>
          <p:nvPr/>
        </p:nvSpPr>
        <p:spPr>
          <a:xfrm>
            <a:off x="15157834" y="6715209"/>
            <a:ext cx="4762095" cy="1707519"/>
          </a:xfrm>
          <a:prstGeom prst="rect">
            <a:avLst/>
          </a:prstGeom>
          <a:solidFill>
            <a:srgbClr val="EAEEF3"/>
          </a:solidFill>
        </p:spPr>
        <p:txBody>
          <a:bodyPr vert="horz" wrap="square" lIns="0" tIns="75565" rIns="0" bIns="0" rtlCol="0">
            <a:spAutoFit/>
          </a:bodyPr>
          <a:lstStyle/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450" spc="-125" dirty="0">
                <a:solidFill>
                  <a:srgbClr val="003E56"/>
                </a:solidFill>
                <a:latin typeface="Arial Black"/>
                <a:cs typeface="Arial Black"/>
              </a:rPr>
              <a:t>Resource </a:t>
            </a:r>
            <a:r>
              <a:rPr lang="fr-FR" sz="2450" spc="-125" dirty="0" err="1">
                <a:solidFill>
                  <a:srgbClr val="003E56"/>
                </a:solidFill>
                <a:latin typeface="Arial Black"/>
                <a:cs typeface="Arial Black"/>
              </a:rPr>
              <a:t>Development</a:t>
            </a:r>
            <a:endParaRPr sz="2450" dirty="0">
              <a:latin typeface="Arial Black"/>
              <a:cs typeface="Arial Black"/>
            </a:endParaRPr>
          </a:p>
          <a:p>
            <a:pPr marL="177165" algn="just"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Nombre de règles : </a:t>
            </a:r>
            <a:r>
              <a:rPr lang="fr-FR" sz="2050" b="1" spc="-20" dirty="0">
                <a:solidFill>
                  <a:srgbClr val="8BC751"/>
                </a:solidFill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algn="just">
              <a:lnSpc>
                <a:spcPct val="100000"/>
              </a:lnSpc>
              <a:spcBef>
                <a:spcPts val="595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Dernière exécution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 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  <a:p>
            <a:pPr marL="177165" marR="518795" algn="just">
              <a:lnSpc>
                <a:spcPct val="100499"/>
              </a:lnSpc>
              <a:spcBef>
                <a:spcPts val="1160"/>
              </a:spcBef>
            </a:pPr>
            <a:r>
              <a:rPr lang="fr-FR" sz="2050" spc="-20" dirty="0">
                <a:solidFill>
                  <a:srgbClr val="003E56"/>
                </a:solidFill>
                <a:latin typeface="Arial MT"/>
                <a:cs typeface="Arial MT"/>
              </a:rPr>
              <a:t>Incident(s) : </a:t>
            </a:r>
            <a:r>
              <a:rPr kumimoji="0" lang="fr-FR" sz="2050" b="1" i="0" u="none" strike="noStrike" kern="0" cap="none" spc="-20" normalizeH="0" baseline="0" noProof="0" dirty="0">
                <a:ln>
                  <a:noFill/>
                </a:ln>
                <a:solidFill>
                  <a:srgbClr val="8BC751"/>
                </a:solidFill>
                <a:effectLst/>
                <a:uLnTx/>
                <a:uFillTx/>
                <a:latin typeface="Arial MT"/>
                <a:cs typeface="Arial MT"/>
              </a:rPr>
              <a:t>N/A</a:t>
            </a:r>
            <a:endParaRPr lang="fr-FR" sz="2050" spc="-20" dirty="0">
              <a:solidFill>
                <a:srgbClr val="003E56"/>
              </a:solidFill>
              <a:latin typeface="Arial MT"/>
              <a:cs typeface="Arial MT"/>
            </a:endParaRP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B1FE0DF-88A6-14E8-3864-1C1F822BF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</p:spPr>
        <p:txBody>
          <a:bodyPr/>
          <a:lstStyle/>
          <a:p>
            <a:r>
              <a:rPr lang="fr-FR" dirty="0"/>
              <a:t>Confidentiel – COSEC</a:t>
            </a:r>
          </a:p>
        </p:txBody>
      </p:sp>
    </p:spTree>
    <p:extLst>
      <p:ext uri="{BB962C8B-B14F-4D97-AF65-F5344CB8AC3E}">
        <p14:creationId xmlns:p14="http://schemas.microsoft.com/office/powerpoint/2010/main" val="243590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53872-E6B5-E7DC-EE0B-12F1FDC4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982B86-B2A1-5859-4E80-309CA843DA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ETAT DE LA SURVEILLANCE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819D12-E784-F9AD-ACD9-EC8ED718BC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Coût de l’ingestion des logs sur votre périmètre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5513A9-407B-2F56-4983-7A9F812B82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6205C61-3EB2-4801-AF6F-32AEC63420F3}" type="datetime1">
              <a:rPr lang="fr-FR" smtClean="0"/>
              <a:t>28/07/2026</a:t>
            </a:fld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D1258-6E40-A97B-6519-DD26D933E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35560">
              <a:spcBef>
                <a:spcPts val="250"/>
              </a:spcBef>
            </a:pPr>
            <a:fld id="{81D60167-4931-47E6-BA6A-407CBD079E47}" type="slidenum">
              <a:rPr lang="fr-FR" smtClean="0"/>
              <a:pPr marL="35560">
                <a:spcBef>
                  <a:spcPts val="250"/>
                </a:spcBef>
              </a:pPr>
              <a:t>6</a:t>
            </a:fld>
            <a:endParaRPr lang="fr-FR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FB43BEE7-D34B-0F78-163C-A3C7AD04F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50" y="15876"/>
            <a:ext cx="6433312" cy="276999"/>
          </a:xfrm>
        </p:spPr>
        <p:txBody>
          <a:bodyPr/>
          <a:lstStyle/>
          <a:p>
            <a:r>
              <a:rPr lang="fr-FR" dirty="0"/>
              <a:t>Confidentiel – COSEC</a:t>
            </a:r>
          </a:p>
        </p:txBody>
      </p:sp>
    </p:spTree>
    <p:extLst>
      <p:ext uri="{BB962C8B-B14F-4D97-AF65-F5344CB8AC3E}">
        <p14:creationId xmlns:p14="http://schemas.microsoft.com/office/powerpoint/2010/main" val="38470022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conten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7f30b7-2c0d-427f-bf97-607d9ff5a17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C56C87C6335943892513960643DA6D" ma:contentTypeVersion="10" ma:contentTypeDescription="Crée un document." ma:contentTypeScope="" ma:versionID="7ca22b2a10fbcc05f71d554b2d0114d5">
  <xsd:schema xmlns:xsd="http://www.w3.org/2001/XMLSchema" xmlns:xs="http://www.w3.org/2001/XMLSchema" xmlns:p="http://schemas.microsoft.com/office/2006/metadata/properties" xmlns:ns2="fb7f30b7-2c0d-427f-bf97-607d9ff5a17d" targetNamespace="http://schemas.microsoft.com/office/2006/metadata/properties" ma:root="true" ma:fieldsID="13f5381dd7d96ad4250b688cd2174a53" ns2:_="">
    <xsd:import namespace="fb7f30b7-2c0d-427f-bf97-607d9ff5a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7f30b7-2c0d-427f-bf97-607d9ff5a1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8d4da12c-af1c-4fc8-bd4c-9dbc8a455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8DBFC-4892-4B48-85A4-9F78BBFA76B0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fb7f30b7-2c0d-427f-bf97-607d9ff5a17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620397C-37FD-4D83-9575-67D67C3A4E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FD8424-8BE8-4810-A903-3E9B12AD7F50}">
  <ds:schemaRefs>
    <ds:schemaRef ds:uri="fb7f30b7-2c0d-427f-bf97-607d9ff5a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ffbcb6f-f64f-46a0-9afa-c18a915f7153}" enabled="0" method="" siteId="{1ffbcb6f-f64f-46a0-9afa-c18a915f71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5548</TotalTime>
  <Words>448</Words>
  <Application>Microsoft Office PowerPoint</Application>
  <PresentationFormat>Custom</PresentationFormat>
  <Paragraphs>105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 Black</vt:lpstr>
      <vt:lpstr>Arial MT</vt:lpstr>
      <vt:lpstr>Thème contenu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IP Yves-Marie</dc:creator>
  <cp:lastModifiedBy>Léonard Radecki</cp:lastModifiedBy>
  <cp:revision>14</cp:revision>
  <dcterms:created xsi:type="dcterms:W3CDTF">2025-10-17T17:50:01Z</dcterms:created>
  <dcterms:modified xsi:type="dcterms:W3CDTF">2026-07-28T12:33:14Z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2025-04-29T00:00:00Z</vt:filetime>
  </property>
  <property fmtid="{D5CDD505-2E9C-101B-9397-08002B2CF9AE}" pid="3" name="Creator">
    <vt:lpwstr>Adobe InDesign 20.3 (Windows)</vt:lpwstr>
  </property>
  <property fmtid="{D5CDD505-2E9C-101B-9397-08002B2CF9AE}" pid="4" name="LastSaved">
    <vt:filetime>2025-10-17T00:00:00Z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0x0101003EC56C87C6335943892513960643DA6D</vt:lpwstr>
  </property>
  <property fmtid="{D5CDD505-2E9C-101B-9397-08002B2CF9AE}" pid="7" name="MediaServiceImageTags">
    <vt:lpwstr/>
  </property>
</Properties>
</file>